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338804-4308-422B-A137-BDAD43619BAF}" v="1316" dt="2026-04-07T20:07:25.558"/>
    <p1510:client id="{8E930E3F-DAE1-45E2-9FED-1D4E5FAD7595}" v="58" dt="2026-04-07T20:18:40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k fr" userId="e4cdf5b4dfa97774" providerId="Windows Live" clId="Web-{2F338804-4308-422B-A137-BDAD43619BAF}"/>
    <pc:docChg chg="addSld delSld modSld">
      <pc:chgData name="Kodk fr" userId="e4cdf5b4dfa97774" providerId="Windows Live" clId="Web-{2F338804-4308-422B-A137-BDAD43619BAF}" dt="2026-04-07T20:07:25.558" v="1159" actId="20577"/>
      <pc:docMkLst>
        <pc:docMk/>
      </pc:docMkLst>
      <pc:sldChg chg="addSp modSp new">
        <pc:chgData name="Kodk fr" userId="e4cdf5b4dfa97774" providerId="Windows Live" clId="Web-{2F338804-4308-422B-A137-BDAD43619BAF}" dt="2026-04-07T18:18:39.391" v="224" actId="1076"/>
        <pc:sldMkLst>
          <pc:docMk/>
          <pc:sldMk cId="1643673421" sldId="256"/>
        </pc:sldMkLst>
        <pc:spChg chg="mod ord">
          <ac:chgData name="Kodk fr" userId="e4cdf5b4dfa97774" providerId="Windows Live" clId="Web-{2F338804-4308-422B-A137-BDAD43619BAF}" dt="2026-04-07T18:18:39.391" v="224" actId="1076"/>
          <ac:spMkLst>
            <pc:docMk/>
            <pc:sldMk cId="1643673421" sldId="256"/>
            <ac:spMk id="2" creationId="{34405C3D-9371-2EF0-74EA-B89132151144}"/>
          </ac:spMkLst>
        </pc:spChg>
        <pc:spChg chg="mod">
          <ac:chgData name="Kodk fr" userId="e4cdf5b4dfa97774" providerId="Windows Live" clId="Web-{2F338804-4308-422B-A137-BDAD43619BAF}" dt="2026-04-07T18:17:12.936" v="193" actId="20577"/>
          <ac:spMkLst>
            <pc:docMk/>
            <pc:sldMk cId="1643673421" sldId="256"/>
            <ac:spMk id="3" creationId="{B108DD44-9F27-E86C-7373-567DD908F70A}"/>
          </ac:spMkLst>
        </pc:spChg>
        <pc:spChg chg="add mod">
          <ac:chgData name="Kodk fr" userId="e4cdf5b4dfa97774" providerId="Windows Live" clId="Web-{2F338804-4308-422B-A137-BDAD43619BAF}" dt="2026-04-07T18:15:49.887" v="136" actId="1076"/>
          <ac:spMkLst>
            <pc:docMk/>
            <pc:sldMk cId="1643673421" sldId="256"/>
            <ac:spMk id="4" creationId="{168E67C2-AA9C-3EA7-B30C-D01355C3EEBA}"/>
          </ac:spMkLst>
        </pc:spChg>
        <pc:spChg chg="add mod">
          <ac:chgData name="Kodk fr" userId="e4cdf5b4dfa97774" providerId="Windows Live" clId="Web-{2F338804-4308-422B-A137-BDAD43619BAF}" dt="2026-04-07T18:18:04.828" v="219" actId="1076"/>
          <ac:spMkLst>
            <pc:docMk/>
            <pc:sldMk cId="1643673421" sldId="256"/>
            <ac:spMk id="5" creationId="{B38BCA78-4128-FE0C-2550-F6922E6FC3F3}"/>
          </ac:spMkLst>
        </pc:spChg>
      </pc:sldChg>
      <pc:sldChg chg="addSp modSp del mod modTransition setBg">
        <pc:chgData name="Kodk fr" userId="e4cdf5b4dfa97774" providerId="Windows Live" clId="Web-{2F338804-4308-422B-A137-BDAD43619BAF}" dt="2026-04-07T18:13:12.288" v="100"/>
        <pc:sldMkLst>
          <pc:docMk/>
          <pc:sldMk cId="3784089036" sldId="256"/>
        </pc:sldMkLst>
        <pc:spChg chg="mod">
          <ac:chgData name="Kodk fr" userId="e4cdf5b4dfa97774" providerId="Windows Live" clId="Web-{2F338804-4308-422B-A137-BDAD43619BAF}" dt="2026-04-07T18:10:12.060" v="53" actId="1076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Kodk fr" userId="e4cdf5b4dfa97774" providerId="Windows Live" clId="Web-{2F338804-4308-422B-A137-BDAD43619BAF}" dt="2026-04-07T18:10:14.466" v="54" actId="1076"/>
          <ac:spMkLst>
            <pc:docMk/>
            <pc:sldMk cId="3784089036" sldId="256"/>
            <ac:spMk id="3" creationId="{00000000-0000-0000-0000-000000000000}"/>
          </ac:spMkLst>
        </pc:spChg>
        <pc:spChg chg="add mod">
          <ac:chgData name="Kodk fr" userId="e4cdf5b4dfa97774" providerId="Windows Live" clId="Web-{2F338804-4308-422B-A137-BDAD43619BAF}" dt="2026-04-07T18:11:33.330" v="89" actId="1076"/>
          <ac:spMkLst>
            <pc:docMk/>
            <pc:sldMk cId="3784089036" sldId="256"/>
            <ac:spMk id="4" creationId="{7AEB5EF5-9C94-1C31-73CC-460D6342046C}"/>
          </ac:spMkLst>
        </pc:spChg>
        <pc:spChg chg="add mod ord">
          <ac:chgData name="Kodk fr" userId="e4cdf5b4dfa97774" providerId="Windows Live" clId="Web-{2F338804-4308-422B-A137-BDAD43619BAF}" dt="2026-04-07T18:12:38.990" v="96" actId="14100"/>
          <ac:spMkLst>
            <pc:docMk/>
            <pc:sldMk cId="3784089036" sldId="256"/>
            <ac:spMk id="5" creationId="{912FB5DC-77F8-FE22-6305-C6E0D636DDF5}"/>
          </ac:spMkLst>
        </pc:spChg>
        <pc:spChg chg="add">
          <ac:chgData name="Kodk fr" userId="e4cdf5b4dfa97774" providerId="Windows Live" clId="Web-{2F338804-4308-422B-A137-BDAD43619BAF}" dt="2026-04-07T18:09:02.101" v="35"/>
          <ac:spMkLst>
            <pc:docMk/>
            <pc:sldMk cId="3784089036" sldId="256"/>
            <ac:spMk id="8" creationId="{C3896A03-3945-419A-B66B-4EE266EDD152}"/>
          </ac:spMkLst>
        </pc:spChg>
        <pc:spChg chg="add">
          <ac:chgData name="Kodk fr" userId="e4cdf5b4dfa97774" providerId="Windows Live" clId="Web-{2F338804-4308-422B-A137-BDAD43619BAF}" dt="2026-04-07T18:09:02.101" v="35"/>
          <ac:spMkLst>
            <pc:docMk/>
            <pc:sldMk cId="3784089036" sldId="256"/>
            <ac:spMk id="10" creationId="{B34F5AD2-EDBD-4BBD-A55C-EAFFD0C7097A}"/>
          </ac:spMkLst>
        </pc:spChg>
      </pc:sldChg>
      <pc:sldChg chg="modSp add del replId">
        <pc:chgData name="Kodk fr" userId="e4cdf5b4dfa97774" providerId="Windows Live" clId="Web-{2F338804-4308-422B-A137-BDAD43619BAF}" dt="2026-04-07T18:09:27.369" v="38"/>
        <pc:sldMkLst>
          <pc:docMk/>
          <pc:sldMk cId="312345687" sldId="257"/>
        </pc:sldMkLst>
        <pc:spChg chg="mod">
          <ac:chgData name="Kodk fr" userId="e4cdf5b4dfa97774" providerId="Windows Live" clId="Web-{2F338804-4308-422B-A137-BDAD43619BAF}" dt="2026-04-07T18:07:55.751" v="26" actId="1076"/>
          <ac:spMkLst>
            <pc:docMk/>
            <pc:sldMk cId="312345687" sldId="257"/>
            <ac:spMk id="2" creationId="{AE6CF8DD-E75B-B437-32F4-3FB97DBA1D0F}"/>
          </ac:spMkLst>
        </pc:spChg>
      </pc:sldChg>
      <pc:sldChg chg="modSp new del modTransition">
        <pc:chgData name="Kodk fr" userId="e4cdf5b4dfa97774" providerId="Windows Live" clId="Web-{2F338804-4308-422B-A137-BDAD43619BAF}" dt="2026-04-07T18:07:48.907" v="24"/>
        <pc:sldMkLst>
          <pc:docMk/>
          <pc:sldMk cId="1015931756" sldId="257"/>
        </pc:sldMkLst>
        <pc:spChg chg="mod">
          <ac:chgData name="Kodk fr" userId="e4cdf5b4dfa97774" providerId="Windows Live" clId="Web-{2F338804-4308-422B-A137-BDAD43619BAF}" dt="2026-04-07T18:06:57.686" v="21" actId="20577"/>
          <ac:spMkLst>
            <pc:docMk/>
            <pc:sldMk cId="1015931756" sldId="257"/>
            <ac:spMk id="2" creationId="{B8637FBC-2CEB-24AD-0ED9-8F751C1B6DCB}"/>
          </ac:spMkLst>
        </pc:spChg>
      </pc:sldChg>
      <pc:sldChg chg="add del replId">
        <pc:chgData name="Kodk fr" userId="e4cdf5b4dfa97774" providerId="Windows Live" clId="Web-{2F338804-4308-422B-A137-BDAD43619BAF}" dt="2026-04-07T18:12:48.662" v="97"/>
        <pc:sldMkLst>
          <pc:docMk/>
          <pc:sldMk cId="1244992244" sldId="257"/>
        </pc:sldMkLst>
      </pc:sldChg>
      <pc:sldChg chg="addSp modSp add replId modTransition">
        <pc:chgData name="Kodk fr" userId="e4cdf5b4dfa97774" providerId="Windows Live" clId="Web-{2F338804-4308-422B-A137-BDAD43619BAF}" dt="2026-04-07T18:22:28.067" v="252"/>
        <pc:sldMkLst>
          <pc:docMk/>
          <pc:sldMk cId="1696896735" sldId="257"/>
        </pc:sldMkLst>
        <pc:spChg chg="mod">
          <ac:chgData name="Kodk fr" userId="e4cdf5b4dfa97774" providerId="Windows Live" clId="Web-{2F338804-4308-422B-A137-BDAD43619BAF}" dt="2026-04-07T18:20:22.674" v="237" actId="1076"/>
          <ac:spMkLst>
            <pc:docMk/>
            <pc:sldMk cId="1696896735" sldId="257"/>
            <ac:spMk id="2" creationId="{3A0C5B82-7646-5B05-0AF8-FB7A33E33A6F}"/>
          </ac:spMkLst>
        </pc:spChg>
        <pc:spChg chg="mod ord">
          <ac:chgData name="Kodk fr" userId="e4cdf5b4dfa97774" providerId="Windows Live" clId="Web-{2F338804-4308-422B-A137-BDAD43619BAF}" dt="2026-04-07T18:21:05.784" v="245" actId="20577"/>
          <ac:spMkLst>
            <pc:docMk/>
            <pc:sldMk cId="1696896735" sldId="257"/>
            <ac:spMk id="3" creationId="{B300581A-66CB-65A9-015F-3D3F8B673F1A}"/>
          </ac:spMkLst>
        </pc:spChg>
        <pc:spChg chg="mod">
          <ac:chgData name="Kodk fr" userId="e4cdf5b4dfa97774" providerId="Windows Live" clId="Web-{2F338804-4308-422B-A137-BDAD43619BAF}" dt="2026-04-07T18:20:28.503" v="239" actId="1076"/>
          <ac:spMkLst>
            <pc:docMk/>
            <pc:sldMk cId="1696896735" sldId="257"/>
            <ac:spMk id="4" creationId="{DAE7555E-6E33-8C84-A484-D4848D2B2668}"/>
          </ac:spMkLst>
        </pc:spChg>
        <pc:spChg chg="mod">
          <ac:chgData name="Kodk fr" userId="e4cdf5b4dfa97774" providerId="Windows Live" clId="Web-{2F338804-4308-422B-A137-BDAD43619BAF}" dt="2026-04-07T18:19:35.752" v="232" actId="1076"/>
          <ac:spMkLst>
            <pc:docMk/>
            <pc:sldMk cId="1696896735" sldId="257"/>
            <ac:spMk id="5" creationId="{BAEF4CAD-2CA1-7EE6-5B90-78BA1E0913DE}"/>
          </ac:spMkLst>
        </pc:spChg>
        <pc:spChg chg="add mod">
          <ac:chgData name="Kodk fr" userId="e4cdf5b4dfa97774" providerId="Windows Live" clId="Web-{2F338804-4308-422B-A137-BDAD43619BAF}" dt="2026-04-07T18:21:31.504" v="248" actId="1076"/>
          <ac:spMkLst>
            <pc:docMk/>
            <pc:sldMk cId="1696896735" sldId="257"/>
            <ac:spMk id="7" creationId="{804332E7-14E6-6162-2B82-5265E33D9C1E}"/>
          </ac:spMkLst>
        </pc:spChg>
        <pc:spChg chg="add mod">
          <ac:chgData name="Kodk fr" userId="e4cdf5b4dfa97774" providerId="Windows Live" clId="Web-{2F338804-4308-422B-A137-BDAD43619BAF}" dt="2026-04-07T18:21:53.129" v="251" actId="20577"/>
          <ac:spMkLst>
            <pc:docMk/>
            <pc:sldMk cId="1696896735" sldId="257"/>
            <ac:spMk id="9" creationId="{B698A515-CF3C-516D-FA62-BD1B3751A7EC}"/>
          </ac:spMkLst>
        </pc:spChg>
      </pc:sldChg>
      <pc:sldChg chg="modSp add del replId">
        <pc:chgData name="Kodk fr" userId="e4cdf5b4dfa97774" providerId="Windows Live" clId="Web-{2F338804-4308-422B-A137-BDAD43619BAF}" dt="2026-04-07T18:13:13.116" v="101"/>
        <pc:sldMkLst>
          <pc:docMk/>
          <pc:sldMk cId="3876432218" sldId="257"/>
        </pc:sldMkLst>
        <pc:spChg chg="mod">
          <ac:chgData name="Kodk fr" userId="e4cdf5b4dfa97774" providerId="Windows Live" clId="Web-{2F338804-4308-422B-A137-BDAD43619BAF}" dt="2026-04-07T18:12:56.115" v="99" actId="14100"/>
          <ac:spMkLst>
            <pc:docMk/>
            <pc:sldMk cId="3876432218" sldId="257"/>
            <ac:spMk id="5" creationId="{34DB31EA-2ABA-7E04-E29F-E886336F6089}"/>
          </ac:spMkLst>
        </pc:spChg>
      </pc:sldChg>
      <pc:sldChg chg="add del replId">
        <pc:chgData name="Kodk fr" userId="e4cdf5b4dfa97774" providerId="Windows Live" clId="Web-{2F338804-4308-422B-A137-BDAD43619BAF}" dt="2026-04-07T18:09:28.838" v="39"/>
        <pc:sldMkLst>
          <pc:docMk/>
          <pc:sldMk cId="2563237204" sldId="258"/>
        </pc:sldMkLst>
      </pc:sldChg>
      <pc:sldChg chg="addSp delSp modSp add replId">
        <pc:chgData name="Kodk fr" userId="e4cdf5b4dfa97774" providerId="Windows Live" clId="Web-{2F338804-4308-422B-A137-BDAD43619BAF}" dt="2026-04-07T18:42:06.372" v="437" actId="1076"/>
        <pc:sldMkLst>
          <pc:docMk/>
          <pc:sldMk cId="4225318108" sldId="258"/>
        </pc:sldMkLst>
        <pc:spChg chg="mod">
          <ac:chgData name="Kodk fr" userId="e4cdf5b4dfa97774" providerId="Windows Live" clId="Web-{2F338804-4308-422B-A137-BDAD43619BAF}" dt="2026-04-07T18:26:12.936" v="283" actId="1076"/>
          <ac:spMkLst>
            <pc:docMk/>
            <pc:sldMk cId="4225318108" sldId="258"/>
            <ac:spMk id="2" creationId="{3120A4CE-006B-4718-9186-A3D21787D328}"/>
          </ac:spMkLst>
        </pc:spChg>
        <pc:spChg chg="del">
          <ac:chgData name="Kodk fr" userId="e4cdf5b4dfa97774" providerId="Windows Live" clId="Web-{2F338804-4308-422B-A137-BDAD43619BAF}" dt="2026-04-07T18:26:57.361" v="286"/>
          <ac:spMkLst>
            <pc:docMk/>
            <pc:sldMk cId="4225318108" sldId="258"/>
            <ac:spMk id="3" creationId="{AA136364-B981-E20D-96E7-D04EEDA11582}"/>
          </ac:spMkLst>
        </pc:spChg>
        <pc:spChg chg="mod">
          <ac:chgData name="Kodk fr" userId="e4cdf5b4dfa97774" providerId="Windows Live" clId="Web-{2F338804-4308-422B-A137-BDAD43619BAF}" dt="2026-04-07T18:27:08.706" v="290" actId="14100"/>
          <ac:spMkLst>
            <pc:docMk/>
            <pc:sldMk cId="4225318108" sldId="258"/>
            <ac:spMk id="4" creationId="{D1B651B6-72F7-5241-E909-6D44B6EE182D}"/>
          </ac:spMkLst>
        </pc:spChg>
        <pc:spChg chg="del">
          <ac:chgData name="Kodk fr" userId="e4cdf5b4dfa97774" providerId="Windows Live" clId="Web-{2F338804-4308-422B-A137-BDAD43619BAF}" dt="2026-04-07T18:26:59.580" v="287"/>
          <ac:spMkLst>
            <pc:docMk/>
            <pc:sldMk cId="4225318108" sldId="258"/>
            <ac:spMk id="7" creationId="{C958586B-4513-6FB5-B8E0-6D0431B5F771}"/>
          </ac:spMkLst>
        </pc:spChg>
        <pc:spChg chg="add del mod">
          <ac:chgData name="Kodk fr" userId="e4cdf5b4dfa97774" providerId="Windows Live" clId="Web-{2F338804-4308-422B-A137-BDAD43619BAF}" dt="2026-04-07T18:27:04.190" v="288"/>
          <ac:spMkLst>
            <pc:docMk/>
            <pc:sldMk cId="4225318108" sldId="258"/>
            <ac:spMk id="8" creationId="{E460E1AC-AD0D-915C-4B00-5095187FCA09}"/>
          </ac:spMkLst>
        </pc:spChg>
        <pc:spChg chg="del">
          <ac:chgData name="Kodk fr" userId="e4cdf5b4dfa97774" providerId="Windows Live" clId="Web-{2F338804-4308-422B-A137-BDAD43619BAF}" dt="2026-04-07T18:27:05.628" v="289"/>
          <ac:spMkLst>
            <pc:docMk/>
            <pc:sldMk cId="4225318108" sldId="258"/>
            <ac:spMk id="9" creationId="{25BBB501-4F33-81CB-8E86-3FE24F746F08}"/>
          </ac:spMkLst>
        </pc:spChg>
        <pc:spChg chg="add del mod">
          <ac:chgData name="Kodk fr" userId="e4cdf5b4dfa97774" providerId="Windows Live" clId="Web-{2F338804-4308-422B-A137-BDAD43619BAF}" dt="2026-04-07T18:31:15.842" v="348"/>
          <ac:spMkLst>
            <pc:docMk/>
            <pc:sldMk cId="4225318108" sldId="258"/>
            <ac:spMk id="10" creationId="{CCCFAFCC-5180-230B-D171-4C3C176D903A}"/>
          </ac:spMkLst>
        </pc:spChg>
        <pc:spChg chg="add del mod">
          <ac:chgData name="Kodk fr" userId="e4cdf5b4dfa97774" providerId="Windows Live" clId="Web-{2F338804-4308-422B-A137-BDAD43619BAF}" dt="2026-04-07T18:28:29.663" v="304"/>
          <ac:spMkLst>
            <pc:docMk/>
            <pc:sldMk cId="4225318108" sldId="258"/>
            <ac:spMk id="11" creationId="{9FA7DA6D-CFD3-548F-7626-059107A522FF}"/>
          </ac:spMkLst>
        </pc:spChg>
        <pc:spChg chg="add del mod">
          <ac:chgData name="Kodk fr" userId="e4cdf5b4dfa97774" providerId="Windows Live" clId="Web-{2F338804-4308-422B-A137-BDAD43619BAF}" dt="2026-04-07T18:28:30.570" v="306"/>
          <ac:spMkLst>
            <pc:docMk/>
            <pc:sldMk cId="4225318108" sldId="258"/>
            <ac:spMk id="12" creationId="{0034215C-B570-0172-D24D-230846AC05EF}"/>
          </ac:spMkLst>
        </pc:spChg>
        <pc:spChg chg="add del mod">
          <ac:chgData name="Kodk fr" userId="e4cdf5b4dfa97774" providerId="Windows Live" clId="Web-{2F338804-4308-422B-A137-BDAD43619BAF}" dt="2026-04-07T18:28:30.148" v="305"/>
          <ac:spMkLst>
            <pc:docMk/>
            <pc:sldMk cId="4225318108" sldId="258"/>
            <ac:spMk id="13" creationId="{2629D143-0838-495F-F536-472EC47D2685}"/>
          </ac:spMkLst>
        </pc:spChg>
        <pc:spChg chg="add del mod">
          <ac:chgData name="Kodk fr" userId="e4cdf5b4dfa97774" providerId="Windows Live" clId="Web-{2F338804-4308-422B-A137-BDAD43619BAF}" dt="2026-04-07T18:32:01.984" v="352"/>
          <ac:spMkLst>
            <pc:docMk/>
            <pc:sldMk cId="4225318108" sldId="258"/>
            <ac:spMk id="14" creationId="{7DD06B4F-E281-EE6D-F3B2-F1D1BAA7D2D5}"/>
          </ac:spMkLst>
        </pc:spChg>
        <pc:spChg chg="add del mod">
          <ac:chgData name="Kodk fr" userId="e4cdf5b4dfa97774" providerId="Windows Live" clId="Web-{2F338804-4308-422B-A137-BDAD43619BAF}" dt="2026-04-07T18:32:02.468" v="353"/>
          <ac:spMkLst>
            <pc:docMk/>
            <pc:sldMk cId="4225318108" sldId="258"/>
            <ac:spMk id="15" creationId="{E48A1582-72CB-1435-20BD-CB0EC2A9A709}"/>
          </ac:spMkLst>
        </pc:spChg>
        <pc:spChg chg="add del mod">
          <ac:chgData name="Kodk fr" userId="e4cdf5b4dfa97774" providerId="Windows Live" clId="Web-{2F338804-4308-422B-A137-BDAD43619BAF}" dt="2026-04-07T18:32:03.297" v="354"/>
          <ac:spMkLst>
            <pc:docMk/>
            <pc:sldMk cId="4225318108" sldId="258"/>
            <ac:spMk id="16" creationId="{2CBB8974-2777-64EE-E5FD-07C5506794A5}"/>
          </ac:spMkLst>
        </pc:spChg>
        <pc:spChg chg="add mod">
          <ac:chgData name="Kodk fr" userId="e4cdf5b4dfa97774" providerId="Windows Live" clId="Web-{2F338804-4308-422B-A137-BDAD43619BAF}" dt="2026-04-07T18:42:01.450" v="436" actId="20577"/>
          <ac:spMkLst>
            <pc:docMk/>
            <pc:sldMk cId="4225318108" sldId="258"/>
            <ac:spMk id="17" creationId="{0FCA68CF-FB6B-D62F-39D3-99A38D46040F}"/>
          </ac:spMkLst>
        </pc:spChg>
        <pc:spChg chg="add del mod">
          <ac:chgData name="Kodk fr" userId="e4cdf5b4dfa97774" providerId="Windows Live" clId="Web-{2F338804-4308-422B-A137-BDAD43619BAF}" dt="2026-04-07T18:29:52.105" v="337"/>
          <ac:spMkLst>
            <pc:docMk/>
            <pc:sldMk cId="4225318108" sldId="258"/>
            <ac:spMk id="18" creationId="{21203E38-81BD-B147-BB61-63AC089EACD8}"/>
          </ac:spMkLst>
        </pc:spChg>
        <pc:spChg chg="add mod">
          <ac:chgData name="Kodk fr" userId="e4cdf5b4dfa97774" providerId="Windows Live" clId="Web-{2F338804-4308-422B-A137-BDAD43619BAF}" dt="2026-04-07T18:42:06.372" v="437" actId="1076"/>
          <ac:spMkLst>
            <pc:docMk/>
            <pc:sldMk cId="4225318108" sldId="258"/>
            <ac:spMk id="19" creationId="{9B799D19-BB6A-2850-FABD-0E5A42BE2013}"/>
          </ac:spMkLst>
        </pc:spChg>
        <pc:spChg chg="add mod ord">
          <ac:chgData name="Kodk fr" userId="e4cdf5b4dfa97774" providerId="Windows Live" clId="Web-{2F338804-4308-422B-A137-BDAD43619BAF}" dt="2026-04-07T18:31:53.859" v="351"/>
          <ac:spMkLst>
            <pc:docMk/>
            <pc:sldMk cId="4225318108" sldId="258"/>
            <ac:spMk id="21" creationId="{CC31C65F-E831-FB9A-3AC1-9B13B22DE1B9}"/>
          </ac:spMkLst>
        </pc:spChg>
        <pc:spChg chg="add mod">
          <ac:chgData name="Kodk fr" userId="e4cdf5b4dfa97774" providerId="Windows Live" clId="Web-{2F338804-4308-422B-A137-BDAD43619BAF}" dt="2026-04-07T18:33:55.050" v="369" actId="1076"/>
          <ac:spMkLst>
            <pc:docMk/>
            <pc:sldMk cId="4225318108" sldId="258"/>
            <ac:spMk id="22" creationId="{0736D923-9080-5181-37AC-3671E0C11366}"/>
          </ac:spMkLst>
        </pc:spChg>
        <pc:spChg chg="add mod">
          <ac:chgData name="Kodk fr" userId="e4cdf5b4dfa97774" providerId="Windows Live" clId="Web-{2F338804-4308-422B-A137-BDAD43619BAF}" dt="2026-04-07T18:37:48.257" v="414" actId="1076"/>
          <ac:spMkLst>
            <pc:docMk/>
            <pc:sldMk cId="4225318108" sldId="258"/>
            <ac:spMk id="23" creationId="{14869602-3153-D2A5-1F25-2BFD83DFF6A1}"/>
          </ac:spMkLst>
        </pc:spChg>
        <pc:spChg chg="add mod">
          <ac:chgData name="Kodk fr" userId="e4cdf5b4dfa97774" providerId="Windows Live" clId="Web-{2F338804-4308-422B-A137-BDAD43619BAF}" dt="2026-04-07T18:33:55.065" v="371" actId="1076"/>
          <ac:spMkLst>
            <pc:docMk/>
            <pc:sldMk cId="4225318108" sldId="258"/>
            <ac:spMk id="24" creationId="{1B25A9D3-07B5-0EBB-8A19-C376FDA1700D}"/>
          </ac:spMkLst>
        </pc:spChg>
        <pc:spChg chg="add mod">
          <ac:chgData name="Kodk fr" userId="e4cdf5b4dfa97774" providerId="Windows Live" clId="Web-{2F338804-4308-422B-A137-BDAD43619BAF}" dt="2026-04-07T18:37:51.132" v="415" actId="1076"/>
          <ac:spMkLst>
            <pc:docMk/>
            <pc:sldMk cId="4225318108" sldId="258"/>
            <ac:spMk id="25" creationId="{7E1860E3-7A3E-B274-B7A4-D412C340E9E1}"/>
          </ac:spMkLst>
        </pc:spChg>
        <pc:spChg chg="add mod">
          <ac:chgData name="Kodk fr" userId="e4cdf5b4dfa97774" providerId="Windows Live" clId="Web-{2F338804-4308-422B-A137-BDAD43619BAF}" dt="2026-04-07T18:34:03.940" v="379" actId="1076"/>
          <ac:spMkLst>
            <pc:docMk/>
            <pc:sldMk cId="4225318108" sldId="258"/>
            <ac:spMk id="27" creationId="{F89A1713-23B3-2023-7013-B063D74A5CE1}"/>
          </ac:spMkLst>
        </pc:spChg>
        <pc:spChg chg="add mod">
          <ac:chgData name="Kodk fr" userId="e4cdf5b4dfa97774" providerId="Windows Live" clId="Web-{2F338804-4308-422B-A137-BDAD43619BAF}" dt="2026-04-07T18:38:02.211" v="419" actId="1076"/>
          <ac:spMkLst>
            <pc:docMk/>
            <pc:sldMk cId="4225318108" sldId="258"/>
            <ac:spMk id="28" creationId="{8947B817-76F1-1BF2-39A8-E38974EFFFE6}"/>
          </ac:spMkLst>
        </pc:spChg>
        <pc:spChg chg="add mod">
          <ac:chgData name="Kodk fr" userId="e4cdf5b4dfa97774" providerId="Windows Live" clId="Web-{2F338804-4308-422B-A137-BDAD43619BAF}" dt="2026-04-07T18:34:03.956" v="381" actId="1076"/>
          <ac:spMkLst>
            <pc:docMk/>
            <pc:sldMk cId="4225318108" sldId="258"/>
            <ac:spMk id="29" creationId="{A29939F6-85DA-27ED-6827-F2C0717D450A}"/>
          </ac:spMkLst>
        </pc:spChg>
        <pc:spChg chg="add mod">
          <ac:chgData name="Kodk fr" userId="e4cdf5b4dfa97774" providerId="Windows Live" clId="Web-{2F338804-4308-422B-A137-BDAD43619BAF}" dt="2026-04-07T18:38:11.320" v="421" actId="1076"/>
          <ac:spMkLst>
            <pc:docMk/>
            <pc:sldMk cId="4225318108" sldId="258"/>
            <ac:spMk id="30" creationId="{A7C7698C-32A4-F1B5-02A3-A54BCF36A5C2}"/>
          </ac:spMkLst>
        </pc:spChg>
        <pc:spChg chg="add mod">
          <ac:chgData name="Kodk fr" userId="e4cdf5b4dfa97774" providerId="Windows Live" clId="Web-{2F338804-4308-422B-A137-BDAD43619BAF}" dt="2026-04-07T18:34:13.378" v="389" actId="1076"/>
          <ac:spMkLst>
            <pc:docMk/>
            <pc:sldMk cId="4225318108" sldId="258"/>
            <ac:spMk id="32" creationId="{0CC21A47-BA4B-3223-D66B-21CE5842E685}"/>
          </ac:spMkLst>
        </pc:spChg>
        <pc:spChg chg="add mod">
          <ac:chgData name="Kodk fr" userId="e4cdf5b4dfa97774" providerId="Windows Live" clId="Web-{2F338804-4308-422B-A137-BDAD43619BAF}" dt="2026-04-07T18:41:15.120" v="430" actId="1076"/>
          <ac:spMkLst>
            <pc:docMk/>
            <pc:sldMk cId="4225318108" sldId="258"/>
            <ac:spMk id="33" creationId="{4BED9DC9-D564-4684-A4B5-69EDD2DF54B9}"/>
          </ac:spMkLst>
        </pc:spChg>
        <pc:spChg chg="add mod">
          <ac:chgData name="Kodk fr" userId="e4cdf5b4dfa97774" providerId="Windows Live" clId="Web-{2F338804-4308-422B-A137-BDAD43619BAF}" dt="2026-04-07T18:34:13.394" v="391" actId="1076"/>
          <ac:spMkLst>
            <pc:docMk/>
            <pc:sldMk cId="4225318108" sldId="258"/>
            <ac:spMk id="34" creationId="{89129887-D6BF-5C8B-34EA-178E1D45CCE8}"/>
          </ac:spMkLst>
        </pc:spChg>
        <pc:spChg chg="add mod">
          <ac:chgData name="Kodk fr" userId="e4cdf5b4dfa97774" providerId="Windows Live" clId="Web-{2F338804-4308-422B-A137-BDAD43619BAF}" dt="2026-04-07T18:41:19.557" v="431" actId="1076"/>
          <ac:spMkLst>
            <pc:docMk/>
            <pc:sldMk cId="4225318108" sldId="258"/>
            <ac:spMk id="35" creationId="{85BAACFE-B85A-23B4-2993-1D7B55E94372}"/>
          </ac:spMkLst>
        </pc:spChg>
        <pc:picChg chg="add mod">
          <ac:chgData name="Kodk fr" userId="e4cdf5b4dfa97774" providerId="Windows Live" clId="Web-{2F338804-4308-422B-A137-BDAD43619BAF}" dt="2026-04-07T18:40:55.885" v="428" actId="14100"/>
          <ac:picMkLst>
            <pc:docMk/>
            <pc:sldMk cId="4225318108" sldId="258"/>
            <ac:picMk id="20" creationId="{CC119ADE-464A-A3E0-47F3-E64BCF42058C}"/>
          </ac:picMkLst>
        </pc:picChg>
        <pc:picChg chg="add mod">
          <ac:chgData name="Kodk fr" userId="e4cdf5b4dfa97774" providerId="Windows Live" clId="Web-{2F338804-4308-422B-A137-BDAD43619BAF}" dt="2026-04-07T18:33:55.081" v="373" actId="1076"/>
          <ac:picMkLst>
            <pc:docMk/>
            <pc:sldMk cId="4225318108" sldId="258"/>
            <ac:picMk id="26" creationId="{7107AB91-95CB-D9D6-7824-0BAACEF56296}"/>
          </ac:picMkLst>
        </pc:picChg>
        <pc:picChg chg="add mod">
          <ac:chgData name="Kodk fr" userId="e4cdf5b4dfa97774" providerId="Windows Live" clId="Web-{2F338804-4308-422B-A137-BDAD43619BAF}" dt="2026-04-07T18:37:08.725" v="405"/>
          <ac:picMkLst>
            <pc:docMk/>
            <pc:sldMk cId="4225318108" sldId="258"/>
            <ac:picMk id="31" creationId="{4804DF7E-DD17-33F5-69D0-D45D857AB0DF}"/>
          </ac:picMkLst>
        </pc:picChg>
        <pc:picChg chg="add mod">
          <ac:chgData name="Kodk fr" userId="e4cdf5b4dfa97774" providerId="Windows Live" clId="Web-{2F338804-4308-422B-A137-BDAD43619BAF}" dt="2026-04-07T18:41:22.229" v="432" actId="14100"/>
          <ac:picMkLst>
            <pc:docMk/>
            <pc:sldMk cId="4225318108" sldId="258"/>
            <ac:picMk id="36" creationId="{887C4361-1B9E-A0A6-184B-8B3FB90A1766}"/>
          </ac:picMkLst>
        </pc:picChg>
      </pc:sldChg>
      <pc:sldChg chg="add del replId">
        <pc:chgData name="Kodk fr" userId="e4cdf5b4dfa97774" providerId="Windows Live" clId="Web-{2F338804-4308-422B-A137-BDAD43619BAF}" dt="2026-04-07T18:09:30.478" v="40"/>
        <pc:sldMkLst>
          <pc:docMk/>
          <pc:sldMk cId="2154449844" sldId="259"/>
        </pc:sldMkLst>
      </pc:sldChg>
      <pc:sldChg chg="addSp modSp add replId">
        <pc:chgData name="Kodk fr" userId="e4cdf5b4dfa97774" providerId="Windows Live" clId="Web-{2F338804-4308-422B-A137-BDAD43619BAF}" dt="2026-04-07T18:46:22.169" v="480" actId="1076"/>
        <pc:sldMkLst>
          <pc:docMk/>
          <pc:sldMk cId="3327998667" sldId="259"/>
        </pc:sldMkLst>
        <pc:spChg chg="mod ord">
          <ac:chgData name="Kodk fr" userId="e4cdf5b4dfa97774" providerId="Windows Live" clId="Web-{2F338804-4308-422B-A137-BDAD43619BAF}" dt="2026-04-07T18:46:22.169" v="480" actId="1076"/>
          <ac:spMkLst>
            <pc:docMk/>
            <pc:sldMk cId="3327998667" sldId="259"/>
            <ac:spMk id="2" creationId="{AB2DDD6B-F0CD-8541-834E-ADDC56DFBD0B}"/>
          </ac:spMkLst>
        </pc:spChg>
        <pc:spChg chg="mod ord">
          <ac:chgData name="Kodk fr" userId="e4cdf5b4dfa97774" providerId="Windows Live" clId="Web-{2F338804-4308-422B-A137-BDAD43619BAF}" dt="2026-04-07T18:46:14.435" v="478" actId="1076"/>
          <ac:spMkLst>
            <pc:docMk/>
            <pc:sldMk cId="3327998667" sldId="259"/>
            <ac:spMk id="3" creationId="{CB4F580C-E092-204F-3307-9E5A6D0129E4}"/>
          </ac:spMkLst>
        </pc:spChg>
        <pc:spChg chg="mod ord">
          <ac:chgData name="Kodk fr" userId="e4cdf5b4dfa97774" providerId="Windows Live" clId="Web-{2F338804-4308-422B-A137-BDAD43619BAF}" dt="2026-04-07T18:46:05.403" v="475" actId="1076"/>
          <ac:spMkLst>
            <pc:docMk/>
            <pc:sldMk cId="3327998667" sldId="259"/>
            <ac:spMk id="4" creationId="{BB811863-2EEA-FEBD-8CA6-6B44C08AF428}"/>
          </ac:spMkLst>
        </pc:spChg>
        <pc:spChg chg="mod">
          <ac:chgData name="Kodk fr" userId="e4cdf5b4dfa97774" providerId="Windows Live" clId="Web-{2F338804-4308-422B-A137-BDAD43619BAF}" dt="2026-04-07T18:43:38.786" v="448" actId="1076"/>
          <ac:spMkLst>
            <pc:docMk/>
            <pc:sldMk cId="3327998667" sldId="259"/>
            <ac:spMk id="7" creationId="{7E6809BC-6ADD-8477-3FC3-544770134842}"/>
          </ac:spMkLst>
        </pc:spChg>
        <pc:spChg chg="add mod">
          <ac:chgData name="Kodk fr" userId="e4cdf5b4dfa97774" providerId="Windows Live" clId="Web-{2F338804-4308-422B-A137-BDAD43619BAF}" dt="2026-04-07T18:45:52.574" v="472" actId="1076"/>
          <ac:spMkLst>
            <pc:docMk/>
            <pc:sldMk cId="3327998667" sldId="259"/>
            <ac:spMk id="8" creationId="{D9DCA4CF-C7C6-268C-A860-E421BEC0F940}"/>
          </ac:spMkLst>
        </pc:spChg>
        <pc:spChg chg="mod">
          <ac:chgData name="Kodk fr" userId="e4cdf5b4dfa97774" providerId="Windows Live" clId="Web-{2F338804-4308-422B-A137-BDAD43619BAF}" dt="2026-04-07T18:44:40.789" v="460" actId="1076"/>
          <ac:spMkLst>
            <pc:docMk/>
            <pc:sldMk cId="3327998667" sldId="259"/>
            <ac:spMk id="9" creationId="{AAD03B7A-4C9D-D4EA-6C97-6B0E609A426F}"/>
          </ac:spMkLst>
        </pc:spChg>
        <pc:picChg chg="add mod">
          <ac:chgData name="Kodk fr" userId="e4cdf5b4dfa97774" providerId="Windows Live" clId="Web-{2F338804-4308-422B-A137-BDAD43619BAF}" dt="2026-04-07T18:45:09.822" v="463" actId="1076"/>
          <ac:picMkLst>
            <pc:docMk/>
            <pc:sldMk cId="3327998667" sldId="259"/>
            <ac:picMk id="6" creationId="{DB5A14F2-E881-EBEE-FDC5-C2141B935EE8}"/>
          </ac:picMkLst>
        </pc:picChg>
      </pc:sldChg>
      <pc:sldChg chg="add del replId">
        <pc:chgData name="Kodk fr" userId="e4cdf5b4dfa97774" providerId="Windows Live" clId="Web-{2F338804-4308-422B-A137-BDAD43619BAF}" dt="2026-04-07T18:09:31.963" v="41"/>
        <pc:sldMkLst>
          <pc:docMk/>
          <pc:sldMk cId="958995186" sldId="260"/>
        </pc:sldMkLst>
      </pc:sldChg>
      <pc:sldChg chg="addSp delSp modSp add replId">
        <pc:chgData name="Kodk fr" userId="e4cdf5b4dfa97774" providerId="Windows Live" clId="Web-{2F338804-4308-422B-A137-BDAD43619BAF}" dt="2026-04-07T18:57:12.982" v="594" actId="20577"/>
        <pc:sldMkLst>
          <pc:docMk/>
          <pc:sldMk cId="3518840068" sldId="260"/>
        </pc:sldMkLst>
        <pc:spChg chg="mod">
          <ac:chgData name="Kodk fr" userId="e4cdf5b4dfa97774" providerId="Windows Live" clId="Web-{2F338804-4308-422B-A137-BDAD43619BAF}" dt="2026-04-07T18:47:20.703" v="482" actId="14100"/>
          <ac:spMkLst>
            <pc:docMk/>
            <pc:sldMk cId="3518840068" sldId="260"/>
            <ac:spMk id="2" creationId="{773D2A2B-21C5-98A6-370F-13112FE878B0}"/>
          </ac:spMkLst>
        </pc:spChg>
        <pc:spChg chg="del mod">
          <ac:chgData name="Kodk fr" userId="e4cdf5b4dfa97774" providerId="Windows Live" clId="Web-{2F338804-4308-422B-A137-BDAD43619BAF}" dt="2026-04-07T18:47:52.860" v="492"/>
          <ac:spMkLst>
            <pc:docMk/>
            <pc:sldMk cId="3518840068" sldId="260"/>
            <ac:spMk id="3" creationId="{3E264056-7B4F-B3C2-0C0A-F7E2CED91057}"/>
          </ac:spMkLst>
        </pc:spChg>
        <pc:spChg chg="add del mod">
          <ac:chgData name="Kodk fr" userId="e4cdf5b4dfa97774" providerId="Windows Live" clId="Web-{2F338804-4308-422B-A137-BDAD43619BAF}" dt="2026-04-07T18:48:30.221" v="501" actId="14100"/>
          <ac:spMkLst>
            <pc:docMk/>
            <pc:sldMk cId="3518840068" sldId="260"/>
            <ac:spMk id="4" creationId="{FAFD1678-C29D-D2F6-961C-478890A38512}"/>
          </ac:spMkLst>
        </pc:spChg>
        <pc:spChg chg="del mod">
          <ac:chgData name="Kodk fr" userId="e4cdf5b4dfa97774" providerId="Windows Live" clId="Web-{2F338804-4308-422B-A137-BDAD43619BAF}" dt="2026-04-07T18:47:44.407" v="487"/>
          <ac:spMkLst>
            <pc:docMk/>
            <pc:sldMk cId="3518840068" sldId="260"/>
            <ac:spMk id="7" creationId="{351CEED5-DA25-F553-1A53-B622F1749907}"/>
          </ac:spMkLst>
        </pc:spChg>
        <pc:spChg chg="add mod">
          <ac:chgData name="Kodk fr" userId="e4cdf5b4dfa97774" providerId="Windows Live" clId="Web-{2F338804-4308-422B-A137-BDAD43619BAF}" dt="2026-04-07T18:49:54.629" v="524" actId="1076"/>
          <ac:spMkLst>
            <pc:docMk/>
            <pc:sldMk cId="3518840068" sldId="260"/>
            <ac:spMk id="8" creationId="{B838B73C-D0AC-E48A-BCAB-220332AE9A56}"/>
          </ac:spMkLst>
        </pc:spChg>
        <pc:spChg chg="del">
          <ac:chgData name="Kodk fr" userId="e4cdf5b4dfa97774" providerId="Windows Live" clId="Web-{2F338804-4308-422B-A137-BDAD43619BAF}" dt="2026-04-07T18:47:45.735" v="488"/>
          <ac:spMkLst>
            <pc:docMk/>
            <pc:sldMk cId="3518840068" sldId="260"/>
            <ac:spMk id="9" creationId="{B3EB050A-3B55-5674-8292-0FF4C74AC951}"/>
          </ac:spMkLst>
        </pc:spChg>
        <pc:spChg chg="add mod">
          <ac:chgData name="Kodk fr" userId="e4cdf5b4dfa97774" providerId="Windows Live" clId="Web-{2F338804-4308-422B-A137-BDAD43619BAF}" dt="2026-04-07T18:50:11.427" v="533" actId="1076"/>
          <ac:spMkLst>
            <pc:docMk/>
            <pc:sldMk cId="3518840068" sldId="260"/>
            <ac:spMk id="14" creationId="{B977A335-80AF-CA13-EB30-2CC02E76C00E}"/>
          </ac:spMkLst>
        </pc:spChg>
        <pc:spChg chg="add mod">
          <ac:chgData name="Kodk fr" userId="e4cdf5b4dfa97774" providerId="Windows Live" clId="Web-{2F338804-4308-422B-A137-BDAD43619BAF}" dt="2026-04-07T18:50:37.912" v="555" actId="1076"/>
          <ac:spMkLst>
            <pc:docMk/>
            <pc:sldMk cId="3518840068" sldId="260"/>
            <ac:spMk id="15" creationId="{7F105879-81B7-4D3D-DF9D-623F493CEF72}"/>
          </ac:spMkLst>
        </pc:spChg>
        <pc:spChg chg="add mod">
          <ac:chgData name="Kodk fr" userId="e4cdf5b4dfa97774" providerId="Windows Live" clId="Web-{2F338804-4308-422B-A137-BDAD43619BAF}" dt="2026-04-07T18:55:39.527" v="575" actId="1076"/>
          <ac:spMkLst>
            <pc:docMk/>
            <pc:sldMk cId="3518840068" sldId="260"/>
            <ac:spMk id="17" creationId="{6EBE8EAC-CF14-687F-259A-E2E8708724AF}"/>
          </ac:spMkLst>
        </pc:spChg>
        <pc:spChg chg="add mod">
          <ac:chgData name="Kodk fr" userId="e4cdf5b4dfa97774" providerId="Windows Live" clId="Web-{2F338804-4308-422B-A137-BDAD43619BAF}" dt="2026-04-07T18:57:12.982" v="594" actId="20577"/>
          <ac:spMkLst>
            <pc:docMk/>
            <pc:sldMk cId="3518840068" sldId="260"/>
            <ac:spMk id="20" creationId="{7BB8FBF2-8E8D-8C3A-82DE-80115FDA887D}"/>
          </ac:spMkLst>
        </pc:spChg>
        <pc:picChg chg="add mod">
          <ac:chgData name="Kodk fr" userId="e4cdf5b4dfa97774" providerId="Windows Live" clId="Web-{2F338804-4308-422B-A137-BDAD43619BAF}" dt="2026-04-07T18:49:23.472" v="512" actId="1076"/>
          <ac:picMkLst>
            <pc:docMk/>
            <pc:sldMk cId="3518840068" sldId="260"/>
            <ac:picMk id="10" creationId="{4992684A-1D5A-CBF4-034C-E8FE90B02446}"/>
          </ac:picMkLst>
        </pc:picChg>
        <pc:picChg chg="add mod">
          <ac:chgData name="Kodk fr" userId="e4cdf5b4dfa97774" providerId="Windows Live" clId="Web-{2F338804-4308-422B-A137-BDAD43619BAF}" dt="2026-04-07T18:49:22.144" v="511" actId="1076"/>
          <ac:picMkLst>
            <pc:docMk/>
            <pc:sldMk cId="3518840068" sldId="260"/>
            <ac:picMk id="11" creationId="{6E26A9D5-B3E9-3300-D5C3-05AF8F03D4A9}"/>
          </ac:picMkLst>
        </pc:picChg>
        <pc:picChg chg="add mod">
          <ac:chgData name="Kodk fr" userId="e4cdf5b4dfa97774" providerId="Windows Live" clId="Web-{2F338804-4308-422B-A137-BDAD43619BAF}" dt="2026-04-07T18:49:27.004" v="513" actId="1076"/>
          <ac:picMkLst>
            <pc:docMk/>
            <pc:sldMk cId="3518840068" sldId="260"/>
            <ac:picMk id="12" creationId="{5C212919-C442-5E9D-2DF9-C903FD83DF98}"/>
          </ac:picMkLst>
        </pc:picChg>
        <pc:picChg chg="add mod">
          <ac:chgData name="Kodk fr" userId="e4cdf5b4dfa97774" providerId="Windows Live" clId="Web-{2F338804-4308-422B-A137-BDAD43619BAF}" dt="2026-04-07T18:55:37.543" v="574" actId="1076"/>
          <ac:picMkLst>
            <pc:docMk/>
            <pc:sldMk cId="3518840068" sldId="260"/>
            <ac:picMk id="18" creationId="{D348FF8C-3AF0-5A38-417C-889A3A3092EB}"/>
          </ac:picMkLst>
        </pc:picChg>
        <pc:picChg chg="add mod modCrop">
          <ac:chgData name="Kodk fr" userId="e4cdf5b4dfa97774" providerId="Windows Live" clId="Web-{2F338804-4308-422B-A137-BDAD43619BAF}" dt="2026-04-07T18:57:01.591" v="593"/>
          <ac:picMkLst>
            <pc:docMk/>
            <pc:sldMk cId="3518840068" sldId="260"/>
            <ac:picMk id="19" creationId="{FAFF03FD-7874-E8F6-98CF-AC861EE5DA59}"/>
          </ac:picMkLst>
        </pc:picChg>
      </pc:sldChg>
      <pc:sldChg chg="add del replId">
        <pc:chgData name="Kodk fr" userId="e4cdf5b4dfa97774" providerId="Windows Live" clId="Web-{2F338804-4308-422B-A137-BDAD43619BAF}" dt="2026-04-07T18:09:33.182" v="42"/>
        <pc:sldMkLst>
          <pc:docMk/>
          <pc:sldMk cId="778441148" sldId="261"/>
        </pc:sldMkLst>
      </pc:sldChg>
      <pc:sldChg chg="addSp delSp modSp add replId">
        <pc:chgData name="Kodk fr" userId="e4cdf5b4dfa97774" providerId="Windows Live" clId="Web-{2F338804-4308-422B-A137-BDAD43619BAF}" dt="2026-04-07T19:54:40.587" v="1019" actId="20577"/>
        <pc:sldMkLst>
          <pc:docMk/>
          <pc:sldMk cId="1043254911" sldId="261"/>
        </pc:sldMkLst>
        <pc:spChg chg="mod">
          <ac:chgData name="Kodk fr" userId="e4cdf5b4dfa97774" providerId="Windows Live" clId="Web-{2F338804-4308-422B-A137-BDAD43619BAF}" dt="2026-04-07T19:35:49.721" v="734" actId="1076"/>
          <ac:spMkLst>
            <pc:docMk/>
            <pc:sldMk cId="1043254911" sldId="261"/>
            <ac:spMk id="2" creationId="{AA536B8C-626B-6A53-BE6B-3212BE5A0F8B}"/>
          </ac:spMkLst>
        </pc:spChg>
        <pc:spChg chg="del">
          <ac:chgData name="Kodk fr" userId="e4cdf5b4dfa97774" providerId="Windows Live" clId="Web-{2F338804-4308-422B-A137-BDAD43619BAF}" dt="2026-04-07T18:58:18.014" v="599"/>
          <ac:spMkLst>
            <pc:docMk/>
            <pc:sldMk cId="1043254911" sldId="261"/>
            <ac:spMk id="3" creationId="{A8402667-82C3-DBF7-E556-4009CC30325A}"/>
          </ac:spMkLst>
        </pc:spChg>
        <pc:spChg chg="add del mod">
          <ac:chgData name="Kodk fr" userId="e4cdf5b4dfa97774" providerId="Windows Live" clId="Web-{2F338804-4308-422B-A137-BDAD43619BAF}" dt="2026-04-07T19:35:05.937" v="724" actId="14100"/>
          <ac:spMkLst>
            <pc:docMk/>
            <pc:sldMk cId="1043254911" sldId="261"/>
            <ac:spMk id="4" creationId="{E3E18044-13E5-34EB-FD14-D6765C5C50D7}"/>
          </ac:spMkLst>
        </pc:spChg>
        <pc:spChg chg="del">
          <ac:chgData name="Kodk fr" userId="e4cdf5b4dfa97774" providerId="Windows Live" clId="Web-{2F338804-4308-422B-A137-BDAD43619BAF}" dt="2026-04-07T18:58:41.155" v="602"/>
          <ac:spMkLst>
            <pc:docMk/>
            <pc:sldMk cId="1043254911" sldId="261"/>
            <ac:spMk id="7" creationId="{7C5AF998-863E-81DD-39A0-DC912D65C30F}"/>
          </ac:spMkLst>
        </pc:spChg>
        <pc:spChg chg="add del mod">
          <ac:chgData name="Kodk fr" userId="e4cdf5b4dfa97774" providerId="Windows Live" clId="Web-{2F338804-4308-422B-A137-BDAD43619BAF}" dt="2026-04-07T18:58:42.748" v="603"/>
          <ac:spMkLst>
            <pc:docMk/>
            <pc:sldMk cId="1043254911" sldId="261"/>
            <ac:spMk id="8" creationId="{571E3376-CB3B-8661-F2D6-FB706B531FDF}"/>
          </ac:spMkLst>
        </pc:spChg>
        <pc:spChg chg="del">
          <ac:chgData name="Kodk fr" userId="e4cdf5b4dfa97774" providerId="Windows Live" clId="Web-{2F338804-4308-422B-A137-BDAD43619BAF}" dt="2026-04-07T18:58:43.889" v="604"/>
          <ac:spMkLst>
            <pc:docMk/>
            <pc:sldMk cId="1043254911" sldId="261"/>
            <ac:spMk id="9" creationId="{ADDD8A93-FC6C-D7A8-5DA0-D67026F8A15F}"/>
          </ac:spMkLst>
        </pc:spChg>
        <pc:spChg chg="add del mod">
          <ac:chgData name="Kodk fr" userId="e4cdf5b4dfa97774" providerId="Windows Live" clId="Web-{2F338804-4308-422B-A137-BDAD43619BAF}" dt="2026-04-07T19:34:48.670" v="721"/>
          <ac:spMkLst>
            <pc:docMk/>
            <pc:sldMk cId="1043254911" sldId="261"/>
            <ac:spMk id="12" creationId="{D094D10D-A4E9-5CC7-C351-ECFD1AD37AF4}"/>
          </ac:spMkLst>
        </pc:spChg>
        <pc:spChg chg="add del mod">
          <ac:chgData name="Kodk fr" userId="e4cdf5b4dfa97774" providerId="Windows Live" clId="Web-{2F338804-4308-422B-A137-BDAD43619BAF}" dt="2026-04-07T19:34:48.670" v="720"/>
          <ac:spMkLst>
            <pc:docMk/>
            <pc:sldMk cId="1043254911" sldId="261"/>
            <ac:spMk id="13" creationId="{2CE11587-5A39-3683-6560-A7B5B07027C0}"/>
          </ac:spMkLst>
        </pc:spChg>
        <pc:spChg chg="add del mod">
          <ac:chgData name="Kodk fr" userId="e4cdf5b4dfa97774" providerId="Windows Live" clId="Web-{2F338804-4308-422B-A137-BDAD43619BAF}" dt="2026-04-07T19:34:48.670" v="719"/>
          <ac:spMkLst>
            <pc:docMk/>
            <pc:sldMk cId="1043254911" sldId="261"/>
            <ac:spMk id="14" creationId="{D350DDE8-95CC-CFF8-40E6-5EA57DDA887A}"/>
          </ac:spMkLst>
        </pc:spChg>
        <pc:spChg chg="add del mod">
          <ac:chgData name="Kodk fr" userId="e4cdf5b4dfa97774" providerId="Windows Live" clId="Web-{2F338804-4308-422B-A137-BDAD43619BAF}" dt="2026-04-07T19:34:48.670" v="718"/>
          <ac:spMkLst>
            <pc:docMk/>
            <pc:sldMk cId="1043254911" sldId="261"/>
            <ac:spMk id="15" creationId="{CB2FA74F-79F3-3A3F-A31E-DC068FA40144}"/>
          </ac:spMkLst>
        </pc:spChg>
        <pc:spChg chg="add del mod">
          <ac:chgData name="Kodk fr" userId="e4cdf5b4dfa97774" providerId="Windows Live" clId="Web-{2F338804-4308-422B-A137-BDAD43619BAF}" dt="2026-04-07T19:27:04.733" v="662"/>
          <ac:spMkLst>
            <pc:docMk/>
            <pc:sldMk cId="1043254911" sldId="261"/>
            <ac:spMk id="16" creationId="{90399DBD-31E0-2501-59BB-B2EA5AFF29C8}"/>
          </ac:spMkLst>
        </pc:spChg>
        <pc:spChg chg="add del mod">
          <ac:chgData name="Kodk fr" userId="e4cdf5b4dfa97774" providerId="Windows Live" clId="Web-{2F338804-4308-422B-A137-BDAD43619BAF}" dt="2026-04-07T19:27:23.140" v="666"/>
          <ac:spMkLst>
            <pc:docMk/>
            <pc:sldMk cId="1043254911" sldId="261"/>
            <ac:spMk id="17" creationId="{2C4556B6-4C3C-A95A-6503-B8CF718253D5}"/>
          </ac:spMkLst>
        </pc:spChg>
        <pc:spChg chg="add del">
          <ac:chgData name="Kodk fr" userId="e4cdf5b4dfa97774" providerId="Windows Live" clId="Web-{2F338804-4308-422B-A137-BDAD43619BAF}" dt="2026-04-07T19:31:31.863" v="691"/>
          <ac:spMkLst>
            <pc:docMk/>
            <pc:sldMk cId="1043254911" sldId="261"/>
            <ac:spMk id="18" creationId="{8D5B4E40-89A7-88A9-949D-5266B13F5273}"/>
          </ac:spMkLst>
        </pc:spChg>
        <pc:spChg chg="add del mod">
          <ac:chgData name="Kodk fr" userId="e4cdf5b4dfa97774" providerId="Windows Live" clId="Web-{2F338804-4308-422B-A137-BDAD43619BAF}" dt="2026-04-07T19:34:48.670" v="717"/>
          <ac:spMkLst>
            <pc:docMk/>
            <pc:sldMk cId="1043254911" sldId="261"/>
            <ac:spMk id="19" creationId="{83BA9C54-8329-AA7E-74C6-171FC0A49EB4}"/>
          </ac:spMkLst>
        </pc:spChg>
        <pc:spChg chg="add del mod">
          <ac:chgData name="Kodk fr" userId="e4cdf5b4dfa97774" providerId="Windows Live" clId="Web-{2F338804-4308-422B-A137-BDAD43619BAF}" dt="2026-04-07T19:34:48.670" v="716"/>
          <ac:spMkLst>
            <pc:docMk/>
            <pc:sldMk cId="1043254911" sldId="261"/>
            <ac:spMk id="20" creationId="{3C14BEFF-3134-F328-F02A-2B3820880D74}"/>
          </ac:spMkLst>
        </pc:spChg>
        <pc:spChg chg="add mod">
          <ac:chgData name="Kodk fr" userId="e4cdf5b4dfa97774" providerId="Windows Live" clId="Web-{2F338804-4308-422B-A137-BDAD43619BAF}" dt="2026-04-07T19:50:44.403" v="935" actId="1076"/>
          <ac:spMkLst>
            <pc:docMk/>
            <pc:sldMk cId="1043254911" sldId="261"/>
            <ac:spMk id="21" creationId="{B1D4E180-5221-7B75-23C5-A81EF4592411}"/>
          </ac:spMkLst>
        </pc:spChg>
        <pc:spChg chg="add mod">
          <ac:chgData name="Kodk fr" userId="e4cdf5b4dfa97774" providerId="Windows Live" clId="Web-{2F338804-4308-422B-A137-BDAD43619BAF}" dt="2026-04-07T19:50:44.700" v="941" actId="1076"/>
          <ac:spMkLst>
            <pc:docMk/>
            <pc:sldMk cId="1043254911" sldId="261"/>
            <ac:spMk id="22" creationId="{F92AFB12-4731-D040-D18B-F0742825B641}"/>
          </ac:spMkLst>
        </pc:spChg>
        <pc:spChg chg="add mod">
          <ac:chgData name="Kodk fr" userId="e4cdf5b4dfa97774" providerId="Windows Live" clId="Web-{2F338804-4308-422B-A137-BDAD43619BAF}" dt="2026-04-07T19:50:44.872" v="946" actId="1076"/>
          <ac:spMkLst>
            <pc:docMk/>
            <pc:sldMk cId="1043254911" sldId="261"/>
            <ac:spMk id="23" creationId="{561BD47A-7E2F-BAFB-23E0-2EAC564ED577}"/>
          </ac:spMkLst>
        </pc:spChg>
        <pc:spChg chg="add mod">
          <ac:chgData name="Kodk fr" userId="e4cdf5b4dfa97774" providerId="Windows Live" clId="Web-{2F338804-4308-422B-A137-BDAD43619BAF}" dt="2026-04-07T19:50:45.263" v="950" actId="1076"/>
          <ac:spMkLst>
            <pc:docMk/>
            <pc:sldMk cId="1043254911" sldId="261"/>
            <ac:spMk id="24" creationId="{43100DA1-4145-19CE-D7BA-B11DE2D3E2E2}"/>
          </ac:spMkLst>
        </pc:spChg>
        <pc:spChg chg="add del mod ord">
          <ac:chgData name="Kodk fr" userId="e4cdf5b4dfa97774" providerId="Windows Live" clId="Web-{2F338804-4308-422B-A137-BDAD43619BAF}" dt="2026-04-07T19:50:44.403" v="934" actId="1076"/>
          <ac:spMkLst>
            <pc:docMk/>
            <pc:sldMk cId="1043254911" sldId="261"/>
            <ac:spMk id="25" creationId="{AD1141BF-540C-1FD7-F7C4-BB47FA284D4A}"/>
          </ac:spMkLst>
        </pc:spChg>
        <pc:spChg chg="add del">
          <ac:chgData name="Kodk fr" userId="e4cdf5b4dfa97774" providerId="Windows Live" clId="Web-{2F338804-4308-422B-A137-BDAD43619BAF}" dt="2026-04-07T19:37:29.960" v="753"/>
          <ac:spMkLst>
            <pc:docMk/>
            <pc:sldMk cId="1043254911" sldId="261"/>
            <ac:spMk id="26" creationId="{F4C538C2-27C0-7B39-7AC9-B8AE5196F2F0}"/>
          </ac:spMkLst>
        </pc:spChg>
        <pc:spChg chg="add mod">
          <ac:chgData name="Kodk fr" userId="e4cdf5b4dfa97774" providerId="Windows Live" clId="Web-{2F338804-4308-422B-A137-BDAD43619BAF}" dt="2026-04-07T19:50:44.700" v="942" actId="1076"/>
          <ac:spMkLst>
            <pc:docMk/>
            <pc:sldMk cId="1043254911" sldId="261"/>
            <ac:spMk id="27" creationId="{69B7FCDF-76C3-E24F-254E-4643D9059895}"/>
          </ac:spMkLst>
        </pc:spChg>
        <pc:spChg chg="add mod">
          <ac:chgData name="Kodk fr" userId="e4cdf5b4dfa97774" providerId="Windows Live" clId="Web-{2F338804-4308-422B-A137-BDAD43619BAF}" dt="2026-04-07T19:50:45.263" v="951" actId="1076"/>
          <ac:spMkLst>
            <pc:docMk/>
            <pc:sldMk cId="1043254911" sldId="261"/>
            <ac:spMk id="28" creationId="{BC234E5A-FC63-1116-ED8F-13F6F7B52DC3}"/>
          </ac:spMkLst>
        </pc:spChg>
        <pc:spChg chg="add mod">
          <ac:chgData name="Kodk fr" userId="e4cdf5b4dfa97774" providerId="Windows Live" clId="Web-{2F338804-4308-422B-A137-BDAD43619BAF}" dt="2026-04-07T19:50:44.872" v="947" actId="1076"/>
          <ac:spMkLst>
            <pc:docMk/>
            <pc:sldMk cId="1043254911" sldId="261"/>
            <ac:spMk id="29" creationId="{0CD015D5-5F6C-D90A-3460-384B826007C4}"/>
          </ac:spMkLst>
        </pc:spChg>
        <pc:spChg chg="add mod">
          <ac:chgData name="Kodk fr" userId="e4cdf5b4dfa97774" providerId="Windows Live" clId="Web-{2F338804-4308-422B-A137-BDAD43619BAF}" dt="2026-04-07T19:50:44.403" v="937" actId="1076"/>
          <ac:spMkLst>
            <pc:docMk/>
            <pc:sldMk cId="1043254911" sldId="261"/>
            <ac:spMk id="32" creationId="{718F0072-0A67-2591-54A3-95B48DE19CC3}"/>
          </ac:spMkLst>
        </pc:spChg>
        <pc:spChg chg="add mod">
          <ac:chgData name="Kodk fr" userId="e4cdf5b4dfa97774" providerId="Windows Live" clId="Web-{2F338804-4308-422B-A137-BDAD43619BAF}" dt="2026-04-07T19:50:44.700" v="944" actId="1076"/>
          <ac:spMkLst>
            <pc:docMk/>
            <pc:sldMk cId="1043254911" sldId="261"/>
            <ac:spMk id="33" creationId="{B1F47FD4-E35F-6DAA-7CC0-980BB2489192}"/>
          </ac:spMkLst>
        </pc:spChg>
        <pc:spChg chg="add mod">
          <ac:chgData name="Kodk fr" userId="e4cdf5b4dfa97774" providerId="Windows Live" clId="Web-{2F338804-4308-422B-A137-BDAD43619BAF}" dt="2026-04-07T19:50:44.403" v="938" actId="1076"/>
          <ac:spMkLst>
            <pc:docMk/>
            <pc:sldMk cId="1043254911" sldId="261"/>
            <ac:spMk id="34" creationId="{3A644C87-B815-ACFE-2AD8-5A4B904C431D}"/>
          </ac:spMkLst>
        </pc:spChg>
        <pc:spChg chg="add del mod">
          <ac:chgData name="Kodk fr" userId="e4cdf5b4dfa97774" providerId="Windows Live" clId="Web-{2F338804-4308-422B-A137-BDAD43619BAF}" dt="2026-04-07T19:50:44.700" v="945" actId="1076"/>
          <ac:spMkLst>
            <pc:docMk/>
            <pc:sldMk cId="1043254911" sldId="261"/>
            <ac:spMk id="35" creationId="{253026CC-78D3-5550-E1B8-A90539211AEC}"/>
          </ac:spMkLst>
        </pc:spChg>
        <pc:spChg chg="add del mod">
          <ac:chgData name="Kodk fr" userId="e4cdf5b4dfa97774" providerId="Windows Live" clId="Web-{2F338804-4308-422B-A137-BDAD43619BAF}" dt="2026-04-07T19:50:44.872" v="948" actId="1076"/>
          <ac:spMkLst>
            <pc:docMk/>
            <pc:sldMk cId="1043254911" sldId="261"/>
            <ac:spMk id="36" creationId="{7D811DB7-025E-3192-2825-95A397150B79}"/>
          </ac:spMkLst>
        </pc:spChg>
        <pc:spChg chg="add del mod">
          <ac:chgData name="Kodk fr" userId="e4cdf5b4dfa97774" providerId="Windows Live" clId="Web-{2F338804-4308-422B-A137-BDAD43619BAF}" dt="2026-04-07T19:54:40.587" v="1019" actId="20577"/>
          <ac:spMkLst>
            <pc:docMk/>
            <pc:sldMk cId="1043254911" sldId="261"/>
            <ac:spMk id="37" creationId="{431C6761-D872-01B0-6CDC-7F1DEBDB13AE}"/>
          </ac:spMkLst>
        </pc:spChg>
        <pc:spChg chg="add del mod">
          <ac:chgData name="Kodk fr" userId="e4cdf5b4dfa97774" providerId="Windows Live" clId="Web-{2F338804-4308-422B-A137-BDAD43619BAF}" dt="2026-04-07T19:50:45.263" v="953" actId="1076"/>
          <ac:spMkLst>
            <pc:docMk/>
            <pc:sldMk cId="1043254911" sldId="261"/>
            <ac:spMk id="38" creationId="{921A90FE-8741-1452-1320-D3DF70D0F390}"/>
          </ac:spMkLst>
        </pc:spChg>
        <pc:spChg chg="add del mod">
          <ac:chgData name="Kodk fr" userId="e4cdf5b4dfa97774" providerId="Windows Live" clId="Web-{2F338804-4308-422B-A137-BDAD43619BAF}" dt="2026-04-07T19:50:44.872" v="949" actId="1076"/>
          <ac:spMkLst>
            <pc:docMk/>
            <pc:sldMk cId="1043254911" sldId="261"/>
            <ac:spMk id="39" creationId="{8896DF57-B42D-7EEB-D656-4D35A5CFA102}"/>
          </ac:spMkLst>
        </pc:spChg>
        <pc:picChg chg="add del mod modCrop">
          <ac:chgData name="Kodk fr" userId="e4cdf5b4dfa97774" providerId="Windows Live" clId="Web-{2F338804-4308-422B-A137-BDAD43619BAF}" dt="2026-04-07T19:34:48.670" v="722"/>
          <ac:picMkLst>
            <pc:docMk/>
            <pc:sldMk cId="1043254911" sldId="261"/>
            <ac:picMk id="10" creationId="{1AFCF43E-590F-5A01-16FD-94298BEC5532}"/>
          </ac:picMkLst>
        </pc:picChg>
        <pc:picChg chg="add del mod modCrop">
          <ac:chgData name="Kodk fr" userId="e4cdf5b4dfa97774" providerId="Windows Live" clId="Web-{2F338804-4308-422B-A137-BDAD43619BAF}" dt="2026-04-07T19:34:44.467" v="712"/>
          <ac:picMkLst>
            <pc:docMk/>
            <pc:sldMk cId="1043254911" sldId="261"/>
            <ac:picMk id="11" creationId="{6E36E5DE-B95F-52DD-80A9-576D4342C53E}"/>
          </ac:picMkLst>
        </pc:picChg>
        <pc:picChg chg="add mod">
          <ac:chgData name="Kodk fr" userId="e4cdf5b4dfa97774" providerId="Windows Live" clId="Web-{2F338804-4308-422B-A137-BDAD43619BAF}" dt="2026-04-07T19:50:44.700" v="943" actId="1076"/>
          <ac:picMkLst>
            <pc:docMk/>
            <pc:sldMk cId="1043254911" sldId="261"/>
            <ac:picMk id="30" creationId="{178A274B-46AA-42E2-7EC8-53772CB739D1}"/>
          </ac:picMkLst>
        </pc:picChg>
        <pc:picChg chg="add mod modCrop">
          <ac:chgData name="Kodk fr" userId="e4cdf5b4dfa97774" providerId="Windows Live" clId="Web-{2F338804-4308-422B-A137-BDAD43619BAF}" dt="2026-04-07T19:50:44.560" v="940"/>
          <ac:picMkLst>
            <pc:docMk/>
            <pc:sldMk cId="1043254911" sldId="261"/>
            <ac:picMk id="31" creationId="{561D160C-E674-1254-8C2F-C7324036A942}"/>
          </ac:picMkLst>
        </pc:picChg>
      </pc:sldChg>
      <pc:sldChg chg="add del replId">
        <pc:chgData name="Kodk fr" userId="e4cdf5b4dfa97774" providerId="Windows Live" clId="Web-{2F338804-4308-422B-A137-BDAD43619BAF}" dt="2026-04-07T18:09:34.494" v="43"/>
        <pc:sldMkLst>
          <pc:docMk/>
          <pc:sldMk cId="554027077" sldId="262"/>
        </pc:sldMkLst>
      </pc:sldChg>
      <pc:sldChg chg="addSp delSp modSp add replId addAnim modAnim">
        <pc:chgData name="Kodk fr" userId="e4cdf5b4dfa97774" providerId="Windows Live" clId="Web-{2F338804-4308-422B-A137-BDAD43619BAF}" dt="2026-04-07T20:05:49.008" v="1152" actId="1076"/>
        <pc:sldMkLst>
          <pc:docMk/>
          <pc:sldMk cId="1973718577" sldId="262"/>
        </pc:sldMkLst>
        <pc:spChg chg="mod">
          <ac:chgData name="Kodk fr" userId="e4cdf5b4dfa97774" providerId="Windows Live" clId="Web-{2F338804-4308-422B-A137-BDAD43619BAF}" dt="2026-04-07T19:56:41.247" v="1057" actId="1076"/>
          <ac:spMkLst>
            <pc:docMk/>
            <pc:sldMk cId="1973718577" sldId="262"/>
            <ac:spMk id="2" creationId="{8BACAD4C-3FC0-9CA4-AA0C-849FF91817B9}"/>
          </ac:spMkLst>
        </pc:spChg>
        <pc:spChg chg="del">
          <ac:chgData name="Kodk fr" userId="e4cdf5b4dfa97774" providerId="Windows Live" clId="Web-{2F338804-4308-422B-A137-BDAD43619BAF}" dt="2026-04-07T19:55:50.168" v="1034"/>
          <ac:spMkLst>
            <pc:docMk/>
            <pc:sldMk cId="1973718577" sldId="262"/>
            <ac:spMk id="3" creationId="{05FE9704-7E06-BA91-01F7-2886436B436B}"/>
          </ac:spMkLst>
        </pc:spChg>
        <pc:spChg chg="mod">
          <ac:chgData name="Kodk fr" userId="e4cdf5b4dfa97774" providerId="Windows Live" clId="Web-{2F338804-4308-422B-A137-BDAD43619BAF}" dt="2026-04-07T19:56:33.106" v="1054" actId="14100"/>
          <ac:spMkLst>
            <pc:docMk/>
            <pc:sldMk cId="1973718577" sldId="262"/>
            <ac:spMk id="4" creationId="{7C26AE56-E30D-DDD0-543F-5BB1AAD94E79}"/>
          </ac:spMkLst>
        </pc:spChg>
        <pc:spChg chg="del">
          <ac:chgData name="Kodk fr" userId="e4cdf5b4dfa97774" providerId="Windows Live" clId="Web-{2F338804-4308-422B-A137-BDAD43619BAF}" dt="2026-04-07T19:55:51.324" v="1035"/>
          <ac:spMkLst>
            <pc:docMk/>
            <pc:sldMk cId="1973718577" sldId="262"/>
            <ac:spMk id="7" creationId="{7447A7E3-1EB8-7670-B35B-0EF6BDCC54B7}"/>
          </ac:spMkLst>
        </pc:spChg>
        <pc:spChg chg="add del mod">
          <ac:chgData name="Kodk fr" userId="e4cdf5b4dfa97774" providerId="Windows Live" clId="Web-{2F338804-4308-422B-A137-BDAD43619BAF}" dt="2026-04-07T19:55:52.605" v="1036"/>
          <ac:spMkLst>
            <pc:docMk/>
            <pc:sldMk cId="1973718577" sldId="262"/>
            <ac:spMk id="8" creationId="{7A8459B9-B6E3-0969-95FA-3B1395BFD5A7}"/>
          </ac:spMkLst>
        </pc:spChg>
        <pc:spChg chg="del">
          <ac:chgData name="Kodk fr" userId="e4cdf5b4dfa97774" providerId="Windows Live" clId="Web-{2F338804-4308-422B-A137-BDAD43619BAF}" dt="2026-04-07T19:55:54.308" v="1037"/>
          <ac:spMkLst>
            <pc:docMk/>
            <pc:sldMk cId="1973718577" sldId="262"/>
            <ac:spMk id="9" creationId="{82F4D63C-34B1-A22D-D28E-FE83AC555297}"/>
          </ac:spMkLst>
        </pc:spChg>
        <pc:picChg chg="add mod">
          <ac:chgData name="Kodk fr" userId="e4cdf5b4dfa97774" providerId="Windows Live" clId="Web-{2F338804-4308-422B-A137-BDAD43619BAF}" dt="2026-04-07T19:56:30.184" v="1053" actId="1076"/>
          <ac:picMkLst>
            <pc:docMk/>
            <pc:sldMk cId="1973718577" sldId="262"/>
            <ac:picMk id="10" creationId="{CA92708A-0D03-CECE-78EE-8787BBD84521}"/>
          </ac:picMkLst>
        </pc:picChg>
        <pc:picChg chg="add mod">
          <ac:chgData name="Kodk fr" userId="e4cdf5b4dfa97774" providerId="Windows Live" clId="Web-{2F338804-4308-422B-A137-BDAD43619BAF}" dt="2026-04-07T20:05:49.008" v="1152" actId="1076"/>
          <ac:picMkLst>
            <pc:docMk/>
            <pc:sldMk cId="1973718577" sldId="262"/>
            <ac:picMk id="11" creationId="{32988B28-4CC3-CF16-85C5-8A0C6ECA13BA}"/>
          </ac:picMkLst>
        </pc:picChg>
      </pc:sldChg>
      <pc:sldChg chg="addSp delSp modSp add replId addAnim delAnim modAnim">
        <pc:chgData name="Kodk fr" userId="e4cdf5b4dfa97774" providerId="Windows Live" clId="Web-{2F338804-4308-422B-A137-BDAD43619BAF}" dt="2026-04-07T20:06:29.805" v="1153"/>
        <pc:sldMkLst>
          <pc:docMk/>
          <pc:sldMk cId="1059506786" sldId="263"/>
        </pc:sldMkLst>
        <pc:spChg chg="mod">
          <ac:chgData name="Kodk fr" userId="e4cdf5b4dfa97774" providerId="Windows Live" clId="Web-{2F338804-4308-422B-A137-BDAD43619BAF}" dt="2026-04-07T19:55:30.276" v="1030" actId="20577"/>
          <ac:spMkLst>
            <pc:docMk/>
            <pc:sldMk cId="1059506786" sldId="263"/>
            <ac:spMk id="2" creationId="{7E4BECE6-465D-F1FA-8C6B-E78EED4828C2}"/>
          </ac:spMkLst>
        </pc:spChg>
        <pc:spChg chg="del">
          <ac:chgData name="Kodk fr" userId="e4cdf5b4dfa97774" providerId="Windows Live" clId="Web-{2F338804-4308-422B-A137-BDAD43619BAF}" dt="2026-04-07T19:55:38.261" v="1031"/>
          <ac:spMkLst>
            <pc:docMk/>
            <pc:sldMk cId="1059506786" sldId="263"/>
            <ac:spMk id="3" creationId="{ACD3F10B-41F9-953C-EBFA-F4CBB4D88607}"/>
          </ac:spMkLst>
        </pc:spChg>
        <pc:spChg chg="del">
          <ac:chgData name="Kodk fr" userId="e4cdf5b4dfa97774" providerId="Windows Live" clId="Web-{2F338804-4308-422B-A137-BDAD43619BAF}" dt="2026-04-07T19:55:40.152" v="1032"/>
          <ac:spMkLst>
            <pc:docMk/>
            <pc:sldMk cId="1059506786" sldId="263"/>
            <ac:spMk id="7" creationId="{61741BC9-3C3B-350D-6E42-0CD5D11F287F}"/>
          </ac:spMkLst>
        </pc:spChg>
        <pc:spChg chg="add del mod">
          <ac:chgData name="Kodk fr" userId="e4cdf5b4dfa97774" providerId="Windows Live" clId="Web-{2F338804-4308-422B-A137-BDAD43619BAF}" dt="2026-04-07T19:55:41.699" v="1033"/>
          <ac:spMkLst>
            <pc:docMk/>
            <pc:sldMk cId="1059506786" sldId="263"/>
            <ac:spMk id="8" creationId="{9D53D56E-C5A7-49D5-6E1A-A80BB82E9474}"/>
          </ac:spMkLst>
        </pc:spChg>
        <pc:spChg chg="del mod">
          <ac:chgData name="Kodk fr" userId="e4cdf5b4dfa97774" providerId="Windows Live" clId="Web-{2F338804-4308-422B-A137-BDAD43619BAF}" dt="2026-04-07T19:57:57.312" v="1062"/>
          <ac:spMkLst>
            <pc:docMk/>
            <pc:sldMk cId="1059506786" sldId="263"/>
            <ac:spMk id="9" creationId="{3BB8A054-D64C-6753-B698-F9D4741367D1}"/>
          </ac:spMkLst>
        </pc:spChg>
        <pc:spChg chg="add mod">
          <ac:chgData name="Kodk fr" userId="e4cdf5b4dfa97774" providerId="Windows Live" clId="Web-{2F338804-4308-422B-A137-BDAD43619BAF}" dt="2026-04-07T20:00:03.752" v="1093"/>
          <ac:spMkLst>
            <pc:docMk/>
            <pc:sldMk cId="1059506786" sldId="263"/>
            <ac:spMk id="11" creationId="{415E97CB-4967-5CE1-A6B5-273FEB86ADD6}"/>
          </ac:spMkLst>
        </pc:spChg>
        <pc:spChg chg="add mod">
          <ac:chgData name="Kodk fr" userId="e4cdf5b4dfa97774" providerId="Windows Live" clId="Web-{2F338804-4308-422B-A137-BDAD43619BAF}" dt="2026-04-07T20:00:06.424" v="1094"/>
          <ac:spMkLst>
            <pc:docMk/>
            <pc:sldMk cId="1059506786" sldId="263"/>
            <ac:spMk id="12" creationId="{B7A60D82-79B7-15DE-70A9-93CE5A58050B}"/>
          </ac:spMkLst>
        </pc:spChg>
        <pc:spChg chg="add mod">
          <ac:chgData name="Kodk fr" userId="e4cdf5b4dfa97774" providerId="Windows Live" clId="Web-{2F338804-4308-422B-A137-BDAD43619BAF}" dt="2026-04-07T20:00:13.455" v="1096" actId="1076"/>
          <ac:spMkLst>
            <pc:docMk/>
            <pc:sldMk cId="1059506786" sldId="263"/>
            <ac:spMk id="13" creationId="{D18F9279-CFD4-A1D6-11A7-3767E6AEDF89}"/>
          </ac:spMkLst>
        </pc:spChg>
        <pc:spChg chg="add mod">
          <ac:chgData name="Kodk fr" userId="e4cdf5b4dfa97774" providerId="Windows Live" clId="Web-{2F338804-4308-422B-A137-BDAD43619BAF}" dt="2026-04-07T20:01:59.035" v="1130" actId="20577"/>
          <ac:spMkLst>
            <pc:docMk/>
            <pc:sldMk cId="1059506786" sldId="263"/>
            <ac:spMk id="14" creationId="{2C6A4950-2D3B-BB4F-A4E7-7CBA87CA85C2}"/>
          </ac:spMkLst>
        </pc:spChg>
        <pc:spChg chg="add mod">
          <ac:chgData name="Kodk fr" userId="e4cdf5b4dfa97774" providerId="Windows Live" clId="Web-{2F338804-4308-422B-A137-BDAD43619BAF}" dt="2026-04-07T20:02:32.473" v="1139" actId="1076"/>
          <ac:spMkLst>
            <pc:docMk/>
            <pc:sldMk cId="1059506786" sldId="263"/>
            <ac:spMk id="15" creationId="{6FE576B8-12FE-2A6A-9B18-8C8CA335DC74}"/>
          </ac:spMkLst>
        </pc:spChg>
        <pc:spChg chg="add mod">
          <ac:chgData name="Kodk fr" userId="e4cdf5b4dfa97774" providerId="Windows Live" clId="Web-{2F338804-4308-422B-A137-BDAD43619BAF}" dt="2026-04-07T20:02:53.130" v="1143" actId="1076"/>
          <ac:spMkLst>
            <pc:docMk/>
            <pc:sldMk cId="1059506786" sldId="263"/>
            <ac:spMk id="16" creationId="{0394FC76-3172-9D62-1619-B174CDE14059}"/>
          </ac:spMkLst>
        </pc:spChg>
        <pc:picChg chg="add mod modCrop">
          <ac:chgData name="Kodk fr" userId="e4cdf5b4dfa97774" providerId="Windows Live" clId="Web-{2F338804-4308-422B-A137-BDAD43619BAF}" dt="2026-04-07T19:59:53.064" v="1092" actId="1076"/>
          <ac:picMkLst>
            <pc:docMk/>
            <pc:sldMk cId="1059506786" sldId="263"/>
            <ac:picMk id="10" creationId="{7B5483FB-545E-6279-EC1A-CCBA142ADFE3}"/>
          </ac:picMkLst>
        </pc:picChg>
      </pc:sldChg>
      <pc:sldChg chg="add del replId">
        <pc:chgData name="Kodk fr" userId="e4cdf5b4dfa97774" providerId="Windows Live" clId="Web-{2F338804-4308-422B-A137-BDAD43619BAF}" dt="2026-04-07T18:09:35.823" v="44"/>
        <pc:sldMkLst>
          <pc:docMk/>
          <pc:sldMk cId="3734237846" sldId="263"/>
        </pc:sldMkLst>
      </pc:sldChg>
      <pc:sldChg chg="add del replId">
        <pc:chgData name="Kodk fr" userId="e4cdf5b4dfa97774" providerId="Windows Live" clId="Web-{2F338804-4308-422B-A137-BDAD43619BAF}" dt="2026-04-07T18:09:36.901" v="45"/>
        <pc:sldMkLst>
          <pc:docMk/>
          <pc:sldMk cId="298150205" sldId="264"/>
        </pc:sldMkLst>
      </pc:sldChg>
      <pc:sldChg chg="addSp delSp modSp add replId">
        <pc:chgData name="Kodk fr" userId="e4cdf5b4dfa97774" providerId="Windows Live" clId="Web-{2F338804-4308-422B-A137-BDAD43619BAF}" dt="2026-04-07T19:55:19.198" v="1029" actId="14100"/>
        <pc:sldMkLst>
          <pc:docMk/>
          <pc:sldMk cId="1010024627" sldId="264"/>
        </pc:sldMkLst>
        <pc:spChg chg="mod">
          <ac:chgData name="Kodk fr" userId="e4cdf5b4dfa97774" providerId="Windows Live" clId="Web-{2F338804-4308-422B-A137-BDAD43619BAF}" dt="2026-04-07T19:55:02.385" v="1023" actId="20577"/>
          <ac:spMkLst>
            <pc:docMk/>
            <pc:sldMk cId="1010024627" sldId="264"/>
            <ac:spMk id="2" creationId="{153CA3CA-0ECC-3160-FE7A-6C587A7287E9}"/>
          </ac:spMkLst>
        </pc:spChg>
        <pc:spChg chg="del">
          <ac:chgData name="Kodk fr" userId="e4cdf5b4dfa97774" providerId="Windows Live" clId="Web-{2F338804-4308-422B-A137-BDAD43619BAF}" dt="2026-04-07T19:55:09.572" v="1024"/>
          <ac:spMkLst>
            <pc:docMk/>
            <pc:sldMk cId="1010024627" sldId="264"/>
            <ac:spMk id="3" creationId="{CFD90AE1-93D8-C595-5903-3063F14E9F3D}"/>
          </ac:spMkLst>
        </pc:spChg>
        <pc:spChg chg="mod">
          <ac:chgData name="Kodk fr" userId="e4cdf5b4dfa97774" providerId="Windows Live" clId="Web-{2F338804-4308-422B-A137-BDAD43619BAF}" dt="2026-04-07T19:55:19.198" v="1029" actId="14100"/>
          <ac:spMkLst>
            <pc:docMk/>
            <pc:sldMk cId="1010024627" sldId="264"/>
            <ac:spMk id="4" creationId="{77079141-0E03-F0E1-0CDA-B43D211C66B2}"/>
          </ac:spMkLst>
        </pc:spChg>
        <pc:spChg chg="del mod">
          <ac:chgData name="Kodk fr" userId="e4cdf5b4dfa97774" providerId="Windows Live" clId="Web-{2F338804-4308-422B-A137-BDAD43619BAF}" dt="2026-04-07T19:55:12.479" v="1026"/>
          <ac:spMkLst>
            <pc:docMk/>
            <pc:sldMk cId="1010024627" sldId="264"/>
            <ac:spMk id="7" creationId="{4C725587-DE6E-3465-17EA-66B83B605EBF}"/>
          </ac:spMkLst>
        </pc:spChg>
        <pc:spChg chg="add del mod">
          <ac:chgData name="Kodk fr" userId="e4cdf5b4dfa97774" providerId="Windows Live" clId="Web-{2F338804-4308-422B-A137-BDAD43619BAF}" dt="2026-04-07T19:55:13.885" v="1027"/>
          <ac:spMkLst>
            <pc:docMk/>
            <pc:sldMk cId="1010024627" sldId="264"/>
            <ac:spMk id="8" creationId="{CB063B4C-CBC6-04DE-E2A2-0B7D866F2588}"/>
          </ac:spMkLst>
        </pc:spChg>
        <pc:spChg chg="del">
          <ac:chgData name="Kodk fr" userId="e4cdf5b4dfa97774" providerId="Windows Live" clId="Web-{2F338804-4308-422B-A137-BDAD43619BAF}" dt="2026-04-07T19:55:16.182" v="1028"/>
          <ac:spMkLst>
            <pc:docMk/>
            <pc:sldMk cId="1010024627" sldId="264"/>
            <ac:spMk id="9" creationId="{62EF5F9B-3162-1814-EE8B-6526A3D4AFFA}"/>
          </ac:spMkLst>
        </pc:spChg>
      </pc:sldChg>
      <pc:sldChg chg="add del replId">
        <pc:chgData name="Kodk fr" userId="e4cdf5b4dfa97774" providerId="Windows Live" clId="Web-{2F338804-4308-422B-A137-BDAD43619BAF}" dt="2026-04-07T19:58:05.374" v="1063"/>
        <pc:sldMkLst>
          <pc:docMk/>
          <pc:sldMk cId="646362185" sldId="265"/>
        </pc:sldMkLst>
      </pc:sldChg>
      <pc:sldChg chg="add del replId">
        <pc:chgData name="Kodk fr" userId="e4cdf5b4dfa97774" providerId="Windows Live" clId="Web-{2F338804-4308-422B-A137-BDAD43619BAF}" dt="2026-04-07T18:09:38.198" v="46"/>
        <pc:sldMkLst>
          <pc:docMk/>
          <pc:sldMk cId="3236100282" sldId="265"/>
        </pc:sldMkLst>
      </pc:sldChg>
      <pc:sldChg chg="addSp modSp add replId">
        <pc:chgData name="Kodk fr" userId="e4cdf5b4dfa97774" providerId="Windows Live" clId="Web-{2F338804-4308-422B-A137-BDAD43619BAF}" dt="2026-04-07T20:07:25.558" v="1159" actId="20577"/>
        <pc:sldMkLst>
          <pc:docMk/>
          <pc:sldMk cId="1753479813" sldId="266"/>
        </pc:sldMkLst>
        <pc:spChg chg="mod">
          <ac:chgData name="Kodk fr" userId="e4cdf5b4dfa97774" providerId="Windows Live" clId="Web-{2F338804-4308-422B-A137-BDAD43619BAF}" dt="2026-04-07T19:51:37.485" v="968" actId="20577"/>
          <ac:spMkLst>
            <pc:docMk/>
            <pc:sldMk cId="1753479813" sldId="266"/>
            <ac:spMk id="2" creationId="{C67F3A51-6F17-966A-37C7-9EB8BE5D34C1}"/>
          </ac:spMkLst>
        </pc:spChg>
        <pc:spChg chg="mod">
          <ac:chgData name="Kodk fr" userId="e4cdf5b4dfa97774" providerId="Windows Live" clId="Web-{2F338804-4308-422B-A137-BDAD43619BAF}" dt="2026-04-07T19:51:33.766" v="967" actId="14100"/>
          <ac:spMkLst>
            <pc:docMk/>
            <pc:sldMk cId="1753479813" sldId="266"/>
            <ac:spMk id="4" creationId="{46FCA695-7275-B657-30A5-7252F5AF4756}"/>
          </ac:spMkLst>
        </pc:spChg>
        <pc:spChg chg="add mod">
          <ac:chgData name="Kodk fr" userId="e4cdf5b4dfa97774" providerId="Windows Live" clId="Web-{2F338804-4308-422B-A137-BDAD43619BAF}" dt="2026-04-07T19:54:01.304" v="1012" actId="20577"/>
          <ac:spMkLst>
            <pc:docMk/>
            <pc:sldMk cId="1753479813" sldId="266"/>
            <ac:spMk id="10" creationId="{663692F6-C3E6-C180-58B0-E68E2568C3C6}"/>
          </ac:spMkLst>
        </pc:spChg>
        <pc:spChg chg="add mod">
          <ac:chgData name="Kodk fr" userId="e4cdf5b4dfa97774" providerId="Windows Live" clId="Web-{2F338804-4308-422B-A137-BDAD43619BAF}" dt="2026-04-07T19:54:09.226" v="1016" actId="20577"/>
          <ac:spMkLst>
            <pc:docMk/>
            <pc:sldMk cId="1753479813" sldId="266"/>
            <ac:spMk id="11" creationId="{9F311BA0-2F61-3CC5-7801-191887AE246F}"/>
          </ac:spMkLst>
        </pc:spChg>
        <pc:spChg chg="add mod">
          <ac:chgData name="Kodk fr" userId="e4cdf5b4dfa97774" providerId="Windows Live" clId="Web-{2F338804-4308-422B-A137-BDAD43619BAF}" dt="2026-04-07T20:07:25.480" v="1158" actId="20577"/>
          <ac:spMkLst>
            <pc:docMk/>
            <pc:sldMk cId="1753479813" sldId="266"/>
            <ac:spMk id="12" creationId="{7831C8AC-FC19-DBA8-59C9-4C1DA9CCAF38}"/>
          </ac:spMkLst>
        </pc:spChg>
        <pc:spChg chg="add mod">
          <ac:chgData name="Kodk fr" userId="e4cdf5b4dfa97774" providerId="Windows Live" clId="Web-{2F338804-4308-422B-A137-BDAD43619BAF}" dt="2026-04-07T20:07:25.558" v="1159" actId="20577"/>
          <ac:spMkLst>
            <pc:docMk/>
            <pc:sldMk cId="1753479813" sldId="266"/>
            <ac:spMk id="13" creationId="{0FA7E71A-C62F-4263-B933-0D4B9AFBAE85}"/>
          </ac:spMkLst>
        </pc:spChg>
        <pc:picChg chg="add mod modCrop">
          <ac:chgData name="Kodk fr" userId="e4cdf5b4dfa97774" providerId="Windows Live" clId="Web-{2F338804-4308-422B-A137-BDAD43619BAF}" dt="2026-04-07T19:53:04.021" v="995" actId="1076"/>
          <ac:picMkLst>
            <pc:docMk/>
            <pc:sldMk cId="1753479813" sldId="266"/>
            <ac:picMk id="6" creationId="{06FE08EB-7AF3-28F8-E353-924E9B4E256C}"/>
          </ac:picMkLst>
        </pc:picChg>
        <pc:picChg chg="add mod modCrop">
          <ac:chgData name="Kodk fr" userId="e4cdf5b4dfa97774" providerId="Windows Live" clId="Web-{2F338804-4308-422B-A137-BDAD43619BAF}" dt="2026-04-07T19:53:02.239" v="994" actId="1076"/>
          <ac:picMkLst>
            <pc:docMk/>
            <pc:sldMk cId="1753479813" sldId="266"/>
            <ac:picMk id="8" creationId="{FA341E9A-586D-8DBD-70F7-C8B4266D2866}"/>
          </ac:picMkLst>
        </pc:picChg>
      </pc:sldChg>
      <pc:sldChg chg="new del">
        <pc:chgData name="Kodk fr" userId="e4cdf5b4dfa97774" providerId="Windows Live" clId="Web-{2F338804-4308-422B-A137-BDAD43619BAF}" dt="2026-04-07T19:51:09.561" v="963"/>
        <pc:sldMkLst>
          <pc:docMk/>
          <pc:sldMk cId="2370731088" sldId="266"/>
        </pc:sldMkLst>
      </pc:sldChg>
    </pc:docChg>
  </pc:docChgLst>
  <pc:docChgLst>
    <pc:chgData name="Kodk fr" userId="e4cdf5b4dfa97774" providerId="Windows Live" clId="Web-{8E930E3F-DAE1-45E2-9FED-1D4E5FAD7595}"/>
    <pc:docChg chg="modSld">
      <pc:chgData name="Kodk fr" userId="e4cdf5b4dfa97774" providerId="Windows Live" clId="Web-{8E930E3F-DAE1-45E2-9FED-1D4E5FAD7595}" dt="2026-04-07T20:18:40.791" v="56"/>
      <pc:docMkLst>
        <pc:docMk/>
      </pc:docMkLst>
      <pc:sldChg chg="addSp modSp">
        <pc:chgData name="Kodk fr" userId="e4cdf5b4dfa97774" providerId="Windows Live" clId="Web-{8E930E3F-DAE1-45E2-9FED-1D4E5FAD7595}" dt="2026-04-07T20:13:52.721" v="35" actId="20577"/>
        <pc:sldMkLst>
          <pc:docMk/>
          <pc:sldMk cId="4225318108" sldId="258"/>
        </pc:sldMkLst>
        <pc:spChg chg="add mod">
          <ac:chgData name="Kodk fr" userId="e4cdf5b4dfa97774" providerId="Windows Live" clId="Web-{8E930E3F-DAE1-45E2-9FED-1D4E5FAD7595}" dt="2026-04-07T20:13:52.721" v="35" actId="20577"/>
          <ac:spMkLst>
            <pc:docMk/>
            <pc:sldMk cId="4225318108" sldId="258"/>
            <ac:spMk id="6" creationId="{BB7E6A91-7EEF-F3FE-CB1E-8066D8671634}"/>
          </ac:spMkLst>
        </pc:spChg>
      </pc:sldChg>
      <pc:sldChg chg="addSp delSp modSp">
        <pc:chgData name="Kodk fr" userId="e4cdf5b4dfa97774" providerId="Windows Live" clId="Web-{8E930E3F-DAE1-45E2-9FED-1D4E5FAD7595}" dt="2026-04-07T20:15:19.286" v="42" actId="14100"/>
        <pc:sldMkLst>
          <pc:docMk/>
          <pc:sldMk cId="3327998667" sldId="259"/>
        </pc:sldMkLst>
        <pc:spChg chg="add del mod">
          <ac:chgData name="Kodk fr" userId="e4cdf5b4dfa97774" providerId="Windows Live" clId="Web-{8E930E3F-DAE1-45E2-9FED-1D4E5FAD7595}" dt="2026-04-07T20:15:11.723" v="39"/>
          <ac:spMkLst>
            <pc:docMk/>
            <pc:sldMk cId="3327998667" sldId="259"/>
            <ac:spMk id="10" creationId="{4A966800-9624-23BF-D3DB-0C17E086DA62}"/>
          </ac:spMkLst>
        </pc:spChg>
        <pc:spChg chg="add mod">
          <ac:chgData name="Kodk fr" userId="e4cdf5b4dfa97774" providerId="Windows Live" clId="Web-{8E930E3F-DAE1-45E2-9FED-1D4E5FAD7595}" dt="2026-04-07T20:15:19.286" v="42" actId="14100"/>
          <ac:spMkLst>
            <pc:docMk/>
            <pc:sldMk cId="3327998667" sldId="259"/>
            <ac:spMk id="12" creationId="{6F90CEEE-8631-7494-A6D0-BD869606016B}"/>
          </ac:spMkLst>
        </pc:spChg>
      </pc:sldChg>
      <pc:sldChg chg="addSp modSp">
        <pc:chgData name="Kodk fr" userId="e4cdf5b4dfa97774" providerId="Windows Live" clId="Web-{8E930E3F-DAE1-45E2-9FED-1D4E5FAD7595}" dt="2026-04-07T20:18:24.665" v="55" actId="20577"/>
        <pc:sldMkLst>
          <pc:docMk/>
          <pc:sldMk cId="3518840068" sldId="260"/>
        </pc:sldMkLst>
        <pc:spChg chg="add mod">
          <ac:chgData name="Kodk fr" userId="e4cdf5b4dfa97774" providerId="Windows Live" clId="Web-{8E930E3F-DAE1-45E2-9FED-1D4E5FAD7595}" dt="2026-04-07T20:18:24.665" v="55" actId="20577"/>
          <ac:spMkLst>
            <pc:docMk/>
            <pc:sldMk cId="3518840068" sldId="260"/>
            <ac:spMk id="3" creationId="{9A192B64-4F49-5D8F-0E6D-C6A071179017}"/>
          </ac:spMkLst>
        </pc:spChg>
      </pc:sldChg>
      <pc:sldChg chg="addSp modSp">
        <pc:chgData name="Kodk fr" userId="e4cdf5b4dfa97774" providerId="Windows Live" clId="Web-{8E930E3F-DAE1-45E2-9FED-1D4E5FAD7595}" dt="2026-04-07T20:15:39.693" v="43" actId="20577"/>
        <pc:sldMkLst>
          <pc:docMk/>
          <pc:sldMk cId="1043254911" sldId="261"/>
        </pc:sldMkLst>
        <pc:spChg chg="add mod">
          <ac:chgData name="Kodk fr" userId="e4cdf5b4dfa97774" providerId="Windows Live" clId="Web-{8E930E3F-DAE1-45E2-9FED-1D4E5FAD7595}" dt="2026-04-07T20:15:39.693" v="43" actId="20577"/>
          <ac:spMkLst>
            <pc:docMk/>
            <pc:sldMk cId="1043254911" sldId="261"/>
            <ac:spMk id="6" creationId="{11EC8488-6776-FC1D-AF96-43EAB6FF6A17}"/>
          </ac:spMkLst>
        </pc:spChg>
      </pc:sldChg>
      <pc:sldChg chg="addSp modSp">
        <pc:chgData name="Kodk fr" userId="e4cdf5b4dfa97774" providerId="Windows Live" clId="Web-{8E930E3F-DAE1-45E2-9FED-1D4E5FAD7595}" dt="2026-04-07T20:17:13.711" v="50" actId="14100"/>
        <pc:sldMkLst>
          <pc:docMk/>
          <pc:sldMk cId="1973718577" sldId="262"/>
        </pc:sldMkLst>
        <pc:spChg chg="add mod">
          <ac:chgData name="Kodk fr" userId="e4cdf5b4dfa97774" providerId="Windows Live" clId="Web-{8E930E3F-DAE1-45E2-9FED-1D4E5FAD7595}" dt="2026-04-07T20:17:13.711" v="50" actId="14100"/>
          <ac:spMkLst>
            <pc:docMk/>
            <pc:sldMk cId="1973718577" sldId="262"/>
            <ac:spMk id="3" creationId="{E1355A2E-AB95-D2F9-1DBF-0A5FACB9CB69}"/>
          </ac:spMkLst>
        </pc:spChg>
      </pc:sldChg>
      <pc:sldChg chg="modSp">
        <pc:chgData name="Kodk fr" userId="e4cdf5b4dfa97774" providerId="Windows Live" clId="Web-{8E930E3F-DAE1-45E2-9FED-1D4E5FAD7595}" dt="2026-04-07T20:18:40.791" v="56"/>
        <pc:sldMkLst>
          <pc:docMk/>
          <pc:sldMk cId="1059506786" sldId="263"/>
        </pc:sldMkLst>
        <pc:spChg chg="mod">
          <ac:chgData name="Kodk fr" userId="e4cdf5b4dfa97774" providerId="Windows Live" clId="Web-{8E930E3F-DAE1-45E2-9FED-1D4E5FAD7595}" dt="2026-04-07T20:18:40.791" v="56"/>
          <ac:spMkLst>
            <pc:docMk/>
            <pc:sldMk cId="1059506786" sldId="263"/>
            <ac:spMk id="13" creationId="{D18F9279-CFD4-A1D6-11A7-3767E6AEDF89}"/>
          </ac:spMkLst>
        </pc:spChg>
      </pc:sldChg>
      <pc:sldChg chg="addSp modSp">
        <pc:chgData name="Kodk fr" userId="e4cdf5b4dfa97774" providerId="Windows Live" clId="Web-{8E930E3F-DAE1-45E2-9FED-1D4E5FAD7595}" dt="2026-04-07T20:10:36.072" v="27" actId="20577"/>
        <pc:sldMkLst>
          <pc:docMk/>
          <pc:sldMk cId="1753479813" sldId="266"/>
        </pc:sldMkLst>
        <pc:spChg chg="add mod">
          <ac:chgData name="Kodk fr" userId="e4cdf5b4dfa97774" providerId="Windows Live" clId="Web-{8E930E3F-DAE1-45E2-9FED-1D4E5FAD7595}" dt="2026-04-07T20:10:36.072" v="27" actId="20577"/>
          <ac:spMkLst>
            <pc:docMk/>
            <pc:sldMk cId="1753479813" sldId="266"/>
            <ac:spMk id="14" creationId="{07166FA9-2F7C-2D7A-0A17-037DD60AEA0B}"/>
          </ac:spMkLst>
        </pc:spChg>
        <pc:picChg chg="mod ord">
          <ac:chgData name="Kodk fr" userId="e4cdf5b4dfa97774" providerId="Windows Live" clId="Web-{8E930E3F-DAE1-45E2-9FED-1D4E5FAD7595}" dt="2026-04-07T20:09:47.584" v="4"/>
          <ac:picMkLst>
            <pc:docMk/>
            <pc:sldMk cId="1753479813" sldId="266"/>
            <ac:picMk id="6" creationId="{06FE08EB-7AF3-28F8-E353-924E9B4E256C}"/>
          </ac:picMkLst>
        </pc:picChg>
        <pc:picChg chg="mod">
          <ac:chgData name="Kodk fr" userId="e4cdf5b4dfa97774" providerId="Windows Live" clId="Web-{8E930E3F-DAE1-45E2-9FED-1D4E5FAD7595}" dt="2026-04-07T20:10:09.695" v="7" actId="1076"/>
          <ac:picMkLst>
            <pc:docMk/>
            <pc:sldMk cId="1753479813" sldId="266"/>
            <ac:picMk id="8" creationId="{FA341E9A-586D-8DBD-70F7-C8B4266D286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B108DD44-9F27-E86C-7373-567DD908F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9374" y="186809"/>
            <a:ext cx="685800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FR"/>
              <a:t>Dans quelle mesure l'intelligence artificielle change notre manière de travailler son impact sur l'environnement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8E67C2-AA9C-3EA7-B30C-D01355C3EEBA}"/>
              </a:ext>
            </a:extLst>
          </p:cNvPr>
          <p:cNvSpPr/>
          <p:nvPr/>
        </p:nvSpPr>
        <p:spPr>
          <a:xfrm>
            <a:off x="-56805" y="3729"/>
            <a:ext cx="4429124" cy="69770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405C3D-9371-2EF0-74EA-B89132151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007566"/>
            <a:ext cx="4975953" cy="238760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</a:rPr>
              <a:t>ORAL DU BREVET 2025-2026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8BCA78-4128-FE0C-2550-F6922E6FC3F3}"/>
              </a:ext>
            </a:extLst>
          </p:cNvPr>
          <p:cNvSpPr txBox="1"/>
          <p:nvPr/>
        </p:nvSpPr>
        <p:spPr>
          <a:xfrm>
            <a:off x="134842" y="6098724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</p:spTree>
    <p:extLst>
      <p:ext uri="{BB962C8B-B14F-4D97-AF65-F5344CB8AC3E}">
        <p14:creationId xmlns:p14="http://schemas.microsoft.com/office/powerpoint/2010/main" val="164367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B6D66-26E6-90E8-2780-04BBA99E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E7555E-6E33-8C84-A484-D4848D2B2668}"/>
              </a:ext>
            </a:extLst>
          </p:cNvPr>
          <p:cNvSpPr/>
          <p:nvPr/>
        </p:nvSpPr>
        <p:spPr>
          <a:xfrm>
            <a:off x="-1721" y="3729"/>
            <a:ext cx="12196014" cy="69770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0C5B82-7646-5B05-0AF8-FB7A33E33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6916" y="-1338072"/>
            <a:ext cx="4975953" cy="238760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SOMMAIRE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EF4CAD-2CA1-7EE6-5B90-78BA1E0913DE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300581A-66CB-65A9-015F-3D3F8B673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5495" y="1830159"/>
            <a:ext cx="685800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1) C'EST QUOI L'INTELLIGENCE ARTIFICIELLE</a:t>
            </a:r>
            <a:endParaRPr lang="fr-FR"/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804332E7-14E6-6162-2B82-5265E33D9C1E}"/>
              </a:ext>
            </a:extLst>
          </p:cNvPr>
          <p:cNvSpPr txBox="1">
            <a:spLocks/>
          </p:cNvSpPr>
          <p:nvPr/>
        </p:nvSpPr>
        <p:spPr>
          <a:xfrm>
            <a:off x="1961003" y="2762921"/>
            <a:ext cx="6858001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2) COMMENT ON L'UTILISE DANS LE TRAVAIL</a:t>
            </a:r>
            <a:endParaRPr lang="fr-FR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B698A515-CF3C-516D-FA62-BD1B3751A7EC}"/>
              </a:ext>
            </a:extLst>
          </p:cNvPr>
          <p:cNvSpPr txBox="1">
            <a:spLocks/>
          </p:cNvSpPr>
          <p:nvPr/>
        </p:nvSpPr>
        <p:spPr>
          <a:xfrm>
            <a:off x="1883885" y="3704863"/>
            <a:ext cx="6858001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3) QUEL EST SON IMPACT SUR L'ENVIRONNEMENT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896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DED55-D754-57B1-9BF7-177532D0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C31C65F-E831-FB9A-3AC1-9B13B22DE1B9}"/>
              </a:ext>
            </a:extLst>
          </p:cNvPr>
          <p:cNvSpPr/>
          <p:nvPr/>
        </p:nvSpPr>
        <p:spPr>
          <a:xfrm>
            <a:off x="562130" y="1686393"/>
            <a:ext cx="5246557" cy="21360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B651B6-72F7-5241-E909-6D44B6EE182D}"/>
              </a:ext>
            </a:extLst>
          </p:cNvPr>
          <p:cNvSpPr/>
          <p:nvPr/>
        </p:nvSpPr>
        <p:spPr>
          <a:xfrm>
            <a:off x="-1721" y="3729"/>
            <a:ext cx="12196014" cy="124829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20A4CE-006B-4718-9186-A3D21787D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3062" y="2313"/>
            <a:ext cx="7105880" cy="1047215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</a:rPr>
              <a:t>D'où vient l'intelligence artificielle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E2D547C-C16E-6F7B-5005-72D269A5D810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FCA68CF-FB6B-D62F-39D3-99A38D46040F}"/>
              </a:ext>
            </a:extLst>
          </p:cNvPr>
          <p:cNvSpPr txBox="1"/>
          <p:nvPr/>
        </p:nvSpPr>
        <p:spPr>
          <a:xfrm>
            <a:off x="2543210" y="1835542"/>
            <a:ext cx="291058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500">
                <a:ea typeface="+mn-lt"/>
                <a:cs typeface="+mn-lt"/>
              </a:rPr>
              <a:t>1956 :  John McCarthy</a:t>
            </a:r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1203E38-81BD-B147-BB61-63AC089EACD8}"/>
              </a:ext>
            </a:extLst>
          </p:cNvPr>
          <p:cNvSpPr txBox="1"/>
          <p:nvPr/>
        </p:nvSpPr>
        <p:spPr>
          <a:xfrm>
            <a:off x="2634565" y="2473376"/>
            <a:ext cx="2824352" cy="1199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B799D19-BB6A-2850-FABD-0E5A42BE2013}"/>
              </a:ext>
            </a:extLst>
          </p:cNvPr>
          <p:cNvSpPr txBox="1"/>
          <p:nvPr/>
        </p:nvSpPr>
        <p:spPr>
          <a:xfrm>
            <a:off x="2549230" y="2664816"/>
            <a:ext cx="27481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+mn-lt"/>
                <a:cs typeface="+mn-lt"/>
              </a:rPr>
              <a:t>Inventeur le terme intelligence artificielle</a:t>
            </a:r>
            <a:endParaRPr lang="fr-FR"/>
          </a:p>
        </p:txBody>
      </p:sp>
      <p:pic>
        <p:nvPicPr>
          <p:cNvPr id="20" name="Image 19" descr="Une image contenant Visage humain, personne, habits, cravate&#10;&#10;Le contenu généré par l’IA peut être incorrect.">
            <a:extLst>
              <a:ext uri="{FF2B5EF4-FFF2-40B4-BE49-F238E27FC236}">
                <a16:creationId xmlns:a16="http://schemas.microsoft.com/office/drawing/2014/main" id="{CC119ADE-464A-A3E0-47F3-E64BCF42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50" y="1847128"/>
            <a:ext cx="1513163" cy="183223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36D923-9080-5181-37AC-3671E0C11366}"/>
              </a:ext>
            </a:extLst>
          </p:cNvPr>
          <p:cNvSpPr/>
          <p:nvPr/>
        </p:nvSpPr>
        <p:spPr>
          <a:xfrm>
            <a:off x="574621" y="4122294"/>
            <a:ext cx="5246557" cy="21360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4869602-3153-D2A5-1F25-2BFD83DFF6A1}"/>
              </a:ext>
            </a:extLst>
          </p:cNvPr>
          <p:cNvSpPr txBox="1"/>
          <p:nvPr/>
        </p:nvSpPr>
        <p:spPr>
          <a:xfrm>
            <a:off x="2555701" y="4271444"/>
            <a:ext cx="2910589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500">
                <a:ea typeface="+mn-lt"/>
                <a:cs typeface="+mn-lt"/>
              </a:rPr>
              <a:t>1950 : Alan Turing</a:t>
            </a:r>
            <a:endParaRPr lang="fr-FR"/>
          </a:p>
          <a:p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B25A9D3-07B5-0EBB-8A19-C376FDA1700D}"/>
              </a:ext>
            </a:extLst>
          </p:cNvPr>
          <p:cNvSpPr txBox="1"/>
          <p:nvPr/>
        </p:nvSpPr>
        <p:spPr>
          <a:xfrm>
            <a:off x="2647056" y="4909277"/>
            <a:ext cx="2824352" cy="1199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E1860E3-7A3E-B274-B7A4-D412C340E9E1}"/>
              </a:ext>
            </a:extLst>
          </p:cNvPr>
          <p:cNvSpPr txBox="1"/>
          <p:nvPr/>
        </p:nvSpPr>
        <p:spPr>
          <a:xfrm>
            <a:off x="2624180" y="4651013"/>
            <a:ext cx="274819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+mn-lt"/>
                <a:cs typeface="+mn-lt"/>
              </a:rPr>
              <a:t>-Inventeur de test de Turing.</a:t>
            </a:r>
          </a:p>
          <a:p>
            <a:r>
              <a:rPr lang="fr-FR">
                <a:ea typeface="+mn-lt"/>
                <a:cs typeface="+mn-lt"/>
              </a:rPr>
              <a:t>-</a:t>
            </a:r>
            <a:r>
              <a:rPr lang="fr-FR" err="1">
                <a:ea typeface="+mn-lt"/>
                <a:cs typeface="+mn-lt"/>
              </a:rPr>
              <a:t>ll</a:t>
            </a:r>
            <a:r>
              <a:rPr lang="fr-FR">
                <a:ea typeface="+mn-lt"/>
                <a:cs typeface="+mn-lt"/>
              </a:rPr>
              <a:t> publie l’article « </a:t>
            </a:r>
            <a:r>
              <a:rPr lang="fr-FR" err="1">
                <a:ea typeface="+mn-lt"/>
                <a:cs typeface="+mn-lt"/>
              </a:rPr>
              <a:t>Computing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Machinery</a:t>
            </a:r>
            <a:r>
              <a:rPr lang="fr-FR">
                <a:ea typeface="+mn-lt"/>
                <a:cs typeface="+mn-lt"/>
              </a:rPr>
              <a:t> and Intelligence »</a:t>
            </a:r>
            <a:endParaRPr lang="fr-FR"/>
          </a:p>
        </p:txBody>
      </p:sp>
      <p:pic>
        <p:nvPicPr>
          <p:cNvPr id="26" name="Image 25" descr="Une image contenant Visage humain, personne, portrait, habits&#10;&#10;Le contenu généré par l’IA peut être incorrect.">
            <a:extLst>
              <a:ext uri="{FF2B5EF4-FFF2-40B4-BE49-F238E27FC236}">
                <a16:creationId xmlns:a16="http://schemas.microsoft.com/office/drawing/2014/main" id="{7107AB91-95CB-D9D6-7824-0BAACEF56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2" y="4270538"/>
            <a:ext cx="1819119" cy="183223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89A1713-23B3-2023-7013-B063D74A5CE1}"/>
              </a:ext>
            </a:extLst>
          </p:cNvPr>
          <p:cNvSpPr/>
          <p:nvPr/>
        </p:nvSpPr>
        <p:spPr>
          <a:xfrm>
            <a:off x="6158457" y="1698884"/>
            <a:ext cx="5246557" cy="21360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947B817-76F1-1BF2-39A8-E38974EFFFE6}"/>
              </a:ext>
            </a:extLst>
          </p:cNvPr>
          <p:cNvSpPr txBox="1"/>
          <p:nvPr/>
        </p:nvSpPr>
        <p:spPr>
          <a:xfrm>
            <a:off x="8139537" y="1848034"/>
            <a:ext cx="291058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500">
                <a:ea typeface="+mn-lt"/>
                <a:cs typeface="+mn-lt"/>
              </a:rPr>
              <a:t>Juillet 2020 : GPT‑3</a:t>
            </a:r>
            <a:endParaRPr lang="fr-FR">
              <a:ea typeface="+mn-lt"/>
              <a:cs typeface="+mn-lt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29939F6-85DA-27ED-6827-F2C0717D450A}"/>
              </a:ext>
            </a:extLst>
          </p:cNvPr>
          <p:cNvSpPr txBox="1"/>
          <p:nvPr/>
        </p:nvSpPr>
        <p:spPr>
          <a:xfrm>
            <a:off x="8230892" y="2485867"/>
            <a:ext cx="2824352" cy="1199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7C7698C-32A4-F1B5-02A3-A54BCF36A5C2}"/>
              </a:ext>
            </a:extLst>
          </p:cNvPr>
          <p:cNvSpPr txBox="1"/>
          <p:nvPr/>
        </p:nvSpPr>
        <p:spPr>
          <a:xfrm>
            <a:off x="8195525" y="2340029"/>
            <a:ext cx="27481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/>
              <a:t>Premier modèle grand public</a:t>
            </a:r>
          </a:p>
        </p:txBody>
      </p:sp>
      <p:pic>
        <p:nvPicPr>
          <p:cNvPr id="31" name="Image 30" descr="Une image contenant Police, Graphique, logo, graphisme&#10;&#10;Le contenu généré par l’IA peut être incorrect.">
            <a:extLst>
              <a:ext uri="{FF2B5EF4-FFF2-40B4-BE49-F238E27FC236}">
                <a16:creationId xmlns:a16="http://schemas.microsoft.com/office/drawing/2014/main" id="{4804DF7E-DD17-33F5-69D0-D45D857AB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088" y="1853687"/>
            <a:ext cx="1819119" cy="181911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CC21A47-BA4B-3223-D66B-21CE5842E685}"/>
              </a:ext>
            </a:extLst>
          </p:cNvPr>
          <p:cNvSpPr/>
          <p:nvPr/>
        </p:nvSpPr>
        <p:spPr>
          <a:xfrm>
            <a:off x="6133474" y="4122294"/>
            <a:ext cx="5246557" cy="21360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BED9DC9-D564-4684-A4B5-69EDD2DF54B9}"/>
              </a:ext>
            </a:extLst>
          </p:cNvPr>
          <p:cNvSpPr txBox="1"/>
          <p:nvPr/>
        </p:nvSpPr>
        <p:spPr>
          <a:xfrm>
            <a:off x="8364390" y="4271444"/>
            <a:ext cx="2910589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500">
                <a:ea typeface="+mn-lt"/>
                <a:cs typeface="+mn-lt"/>
              </a:rPr>
              <a:t>1951:Strachey’s </a:t>
            </a:r>
            <a:r>
              <a:rPr lang="fr-FR" sz="2500" err="1">
                <a:ea typeface="+mn-lt"/>
                <a:cs typeface="+mn-lt"/>
              </a:rPr>
              <a:t>draughts</a:t>
            </a:r>
            <a:r>
              <a:rPr lang="fr-FR" sz="2500">
                <a:ea typeface="+mn-lt"/>
                <a:cs typeface="+mn-lt"/>
              </a:rPr>
              <a:t> program </a:t>
            </a:r>
            <a:endParaRPr lang="fr-FR"/>
          </a:p>
          <a:p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9129887-D6BF-5C8B-34EA-178E1D45CCE8}"/>
              </a:ext>
            </a:extLst>
          </p:cNvPr>
          <p:cNvSpPr txBox="1"/>
          <p:nvPr/>
        </p:nvSpPr>
        <p:spPr>
          <a:xfrm>
            <a:off x="8205909" y="4909277"/>
            <a:ext cx="2824352" cy="1199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5BAACFE-B85A-23B4-2993-1D7B55E94372}"/>
              </a:ext>
            </a:extLst>
          </p:cNvPr>
          <p:cNvSpPr txBox="1"/>
          <p:nvPr/>
        </p:nvSpPr>
        <p:spPr>
          <a:xfrm>
            <a:off x="8370410" y="5138193"/>
            <a:ext cx="27481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+mn-lt"/>
                <a:cs typeface="+mn-lt"/>
              </a:rPr>
              <a:t>Premier modèle réussi</a:t>
            </a:r>
            <a:endParaRPr lang="fr-FR"/>
          </a:p>
        </p:txBody>
      </p:sp>
      <p:pic>
        <p:nvPicPr>
          <p:cNvPr id="36" name="Image 35" descr="Une image contenant jouet, robot, conception&#10;&#10;Le contenu généré par l’IA peut être incorrect.">
            <a:extLst>
              <a:ext uri="{FF2B5EF4-FFF2-40B4-BE49-F238E27FC236}">
                <a16:creationId xmlns:a16="http://schemas.microsoft.com/office/drawing/2014/main" id="{887C4361-1B9E-A0A6-184B-8B3FB90A1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088" y="4368529"/>
            <a:ext cx="1894069" cy="15613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7E6A91-7EEF-F3FE-CB1E-8066D8671634}"/>
              </a:ext>
            </a:extLst>
          </p:cNvPr>
          <p:cNvSpPr/>
          <p:nvPr/>
        </p:nvSpPr>
        <p:spPr>
          <a:xfrm>
            <a:off x="-845" y="6463228"/>
            <a:ext cx="12195380" cy="393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ea typeface="+mn-lt"/>
                <a:cs typeface="+mn-lt"/>
              </a:rPr>
              <a:t>Sources : wikipedia.org , britannica.com , cigref.fr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318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2367-9620-C419-1C0E-94C4B2A5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8707AD2-14BB-1C5E-0439-E158F5BAA4B8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7E6809BC-6ADD-8477-3FC3-544770134842}"/>
              </a:ext>
            </a:extLst>
          </p:cNvPr>
          <p:cNvSpPr txBox="1">
            <a:spLocks/>
          </p:cNvSpPr>
          <p:nvPr/>
        </p:nvSpPr>
        <p:spPr>
          <a:xfrm>
            <a:off x="1254088" y="3882969"/>
            <a:ext cx="2240098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Il existe beaucoup de types d'IA</a:t>
            </a:r>
            <a:endParaRPr lang="fr-FR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AAD03B7A-4C9D-D4EA-6C97-6B0E609A426F}"/>
              </a:ext>
            </a:extLst>
          </p:cNvPr>
          <p:cNvSpPr txBox="1">
            <a:spLocks/>
          </p:cNvSpPr>
          <p:nvPr/>
        </p:nvSpPr>
        <p:spPr>
          <a:xfrm>
            <a:off x="6804752" y="188646"/>
            <a:ext cx="6858001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>
                <a:ea typeface="+mn-lt"/>
                <a:cs typeface="+mn-lt"/>
              </a:rPr>
              <a:t>Il existe beaucoup de types d'IA</a:t>
            </a:r>
            <a:endParaRPr lang="fr-FR"/>
          </a:p>
        </p:txBody>
      </p:sp>
      <p:pic>
        <p:nvPicPr>
          <p:cNvPr id="6" name="Image 5" descr="Une image contenant texte, capture d’écran, Police, cercle&#10;&#10;Le contenu généré par l’IA peut être incorrect.">
            <a:extLst>
              <a:ext uri="{FF2B5EF4-FFF2-40B4-BE49-F238E27FC236}">
                <a16:creationId xmlns:a16="http://schemas.microsoft.com/office/drawing/2014/main" id="{DB5A14F2-E881-EBEE-FDC5-C2141B935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081" y="1017511"/>
            <a:ext cx="8228222" cy="61266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9DCA4CF-C7C6-268C-A860-E421BEC0F940}"/>
              </a:ext>
            </a:extLst>
          </p:cNvPr>
          <p:cNvSpPr/>
          <p:nvPr/>
        </p:nvSpPr>
        <p:spPr>
          <a:xfrm>
            <a:off x="-1722" y="572933"/>
            <a:ext cx="4107798" cy="62885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4F580C-E092-204F-3307-9E5A6D012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26" y="1159967"/>
            <a:ext cx="2992917" cy="1710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L'IA n'est qu'un algorithme en beaucoup plus complexe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11863-2EEA-FEBD-8CA6-6B44C08AF428}"/>
              </a:ext>
            </a:extLst>
          </p:cNvPr>
          <p:cNvSpPr/>
          <p:nvPr/>
        </p:nvSpPr>
        <p:spPr>
          <a:xfrm>
            <a:off x="-1721" y="-115620"/>
            <a:ext cx="5879677" cy="11289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2DDD6B-F0CD-8541-834E-ADDC56DF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807" y="-1650217"/>
            <a:ext cx="5682869" cy="2461045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Comment fonctionne t'elle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90CEEE-8631-7494-A6D0-BD869606016B}"/>
              </a:ext>
            </a:extLst>
          </p:cNvPr>
          <p:cNvSpPr/>
          <p:nvPr/>
        </p:nvSpPr>
        <p:spPr>
          <a:xfrm>
            <a:off x="-845" y="6270433"/>
            <a:ext cx="4107164" cy="58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ea typeface="+mn-lt"/>
                <a:cs typeface="+mn-lt"/>
              </a:rPr>
              <a:t>Sources : wikipedia.org , britannica.com , cigref.fr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998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CA0AC-BDCC-43F8-0AE3-247650446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FD1678-C29D-D2F6-961C-478890A38512}"/>
              </a:ext>
            </a:extLst>
          </p:cNvPr>
          <p:cNvSpPr/>
          <p:nvPr/>
        </p:nvSpPr>
        <p:spPr>
          <a:xfrm>
            <a:off x="-1721" y="3729"/>
            <a:ext cx="12196014" cy="12666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3D2A2B-21C5-98A6-370F-13112FE87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6916" y="-1338072"/>
            <a:ext cx="3341785" cy="238760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L'IA est partout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B0F7AA-44E4-57D1-DF9B-5E7B278BA499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B838B73C-D0AC-E48A-BCAB-220332AE9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9770" y="1990596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Les erreurs de code</a:t>
            </a:r>
          </a:p>
        </p:txBody>
      </p:sp>
      <p:pic>
        <p:nvPicPr>
          <p:cNvPr id="10" name="Image 9" descr="Une image contenant cercle, Bleu électrique, symbole&#10;&#10;Le contenu généré par l’IA peut être incorrect.">
            <a:extLst>
              <a:ext uri="{FF2B5EF4-FFF2-40B4-BE49-F238E27FC236}">
                <a16:creationId xmlns:a16="http://schemas.microsoft.com/office/drawing/2014/main" id="{4992684A-1D5A-CBF4-034C-E8FE90B02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36" y="1400982"/>
            <a:ext cx="1714500" cy="1714500"/>
          </a:xfrm>
          <a:prstGeom prst="rect">
            <a:avLst/>
          </a:prstGeom>
        </p:spPr>
      </p:pic>
      <p:pic>
        <p:nvPicPr>
          <p:cNvPr id="11" name="Image 10" descr="Une image contenant texte, Graphiqu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6E26A9D5-B3E9-3300-D5C3-05AF8F03D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62" y="3107552"/>
            <a:ext cx="2871272" cy="1853245"/>
          </a:xfrm>
          <a:prstGeom prst="rect">
            <a:avLst/>
          </a:prstGeom>
          <a:ln>
            <a:noFill/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C212919-C442-5E9D-2DF9-C903FD83D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858" y="4955500"/>
            <a:ext cx="1631429" cy="1668904"/>
          </a:xfrm>
          <a:prstGeom prst="rect">
            <a:avLst/>
          </a:prstGeom>
        </p:spPr>
      </p:pic>
      <p:sp>
        <p:nvSpPr>
          <p:cNvPr id="14" name="Sous-titre 7">
            <a:extLst>
              <a:ext uri="{FF2B5EF4-FFF2-40B4-BE49-F238E27FC236}">
                <a16:creationId xmlns:a16="http://schemas.microsoft.com/office/drawing/2014/main" id="{B977A335-80AF-CA13-EB30-2CC02E76C00E}"/>
              </a:ext>
            </a:extLst>
          </p:cNvPr>
          <p:cNvSpPr txBox="1">
            <a:spLocks/>
          </p:cNvSpPr>
          <p:nvPr/>
        </p:nvSpPr>
        <p:spPr>
          <a:xfrm>
            <a:off x="-259829" y="402925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L'accessibilité </a:t>
            </a:r>
          </a:p>
        </p:txBody>
      </p:sp>
      <p:sp>
        <p:nvSpPr>
          <p:cNvPr id="15" name="Sous-titre 7">
            <a:extLst>
              <a:ext uri="{FF2B5EF4-FFF2-40B4-BE49-F238E27FC236}">
                <a16:creationId xmlns:a16="http://schemas.microsoft.com/office/drawing/2014/main" id="{7F105879-81B7-4D3D-DF9D-623F493CEF72}"/>
              </a:ext>
            </a:extLst>
          </p:cNvPr>
          <p:cNvSpPr txBox="1">
            <a:spLocks/>
          </p:cNvSpPr>
          <p:nvPr/>
        </p:nvSpPr>
        <p:spPr>
          <a:xfrm>
            <a:off x="-597108" y="567817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La cybersécurité </a:t>
            </a:r>
          </a:p>
        </p:txBody>
      </p:sp>
      <p:sp>
        <p:nvSpPr>
          <p:cNvPr id="17" name="Sous-titre 7">
            <a:extLst>
              <a:ext uri="{FF2B5EF4-FFF2-40B4-BE49-F238E27FC236}">
                <a16:creationId xmlns:a16="http://schemas.microsoft.com/office/drawing/2014/main" id="{6EBE8EAC-CF14-687F-259A-E2E8708724AF}"/>
              </a:ext>
            </a:extLst>
          </p:cNvPr>
          <p:cNvSpPr txBox="1">
            <a:spLocks/>
          </p:cNvSpPr>
          <p:nvPr/>
        </p:nvSpPr>
        <p:spPr>
          <a:xfrm>
            <a:off x="3050498" y="225542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La logistique </a:t>
            </a:r>
          </a:p>
        </p:txBody>
      </p:sp>
      <p:pic>
        <p:nvPicPr>
          <p:cNvPr id="18" name="Image 17" descr="Une image contenant intérieur, étagère, boîte, sol&#10;&#10;Le contenu généré par l’IA peut être incorrect.">
            <a:extLst>
              <a:ext uri="{FF2B5EF4-FFF2-40B4-BE49-F238E27FC236}">
                <a16:creationId xmlns:a16="http://schemas.microsoft.com/office/drawing/2014/main" id="{D348FF8C-3AF0-5A38-417C-889A3A309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356" y="1718170"/>
            <a:ext cx="2663878" cy="1722777"/>
          </a:xfrm>
          <a:prstGeom prst="rect">
            <a:avLst/>
          </a:prstGeom>
        </p:spPr>
      </p:pic>
      <p:pic>
        <p:nvPicPr>
          <p:cNvPr id="19" name="Image 18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FAFF03FD-7874-E8F6-98CF-AC861EE5DA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74" r="-333" b="5305"/>
          <a:stretch>
            <a:fillRect/>
          </a:stretch>
        </p:blipFill>
        <p:spPr>
          <a:xfrm>
            <a:off x="6859560" y="3652006"/>
            <a:ext cx="4709464" cy="2471682"/>
          </a:xfrm>
          <a:prstGeom prst="rect">
            <a:avLst/>
          </a:prstGeom>
        </p:spPr>
      </p:pic>
      <p:sp>
        <p:nvSpPr>
          <p:cNvPr id="20" name="Sous-titre 7">
            <a:extLst>
              <a:ext uri="{FF2B5EF4-FFF2-40B4-BE49-F238E27FC236}">
                <a16:creationId xmlns:a16="http://schemas.microsoft.com/office/drawing/2014/main" id="{7BB8FBF2-8E8D-8C3A-82DE-80115FDA887D}"/>
              </a:ext>
            </a:extLst>
          </p:cNvPr>
          <p:cNvSpPr txBox="1">
            <a:spLocks/>
          </p:cNvSpPr>
          <p:nvPr/>
        </p:nvSpPr>
        <p:spPr>
          <a:xfrm>
            <a:off x="4774366" y="602794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La Publicité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92B64-4F49-5D8F-0E6D-C6A071179017}"/>
              </a:ext>
            </a:extLst>
          </p:cNvPr>
          <p:cNvSpPr/>
          <p:nvPr/>
        </p:nvSpPr>
        <p:spPr>
          <a:xfrm>
            <a:off x="4674920" y="6460329"/>
            <a:ext cx="2596815" cy="461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ea typeface="+mn-lt"/>
                <a:cs typeface="+mn-lt"/>
              </a:rPr>
              <a:t>bigmedia.bpifrance.fr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840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57AF-2D4D-EADC-391B-759C2339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FCA695-7275-B657-30A5-7252F5AF4756}"/>
              </a:ext>
            </a:extLst>
          </p:cNvPr>
          <p:cNvSpPr/>
          <p:nvPr/>
        </p:nvSpPr>
        <p:spPr>
          <a:xfrm>
            <a:off x="-1721" y="3729"/>
            <a:ext cx="12196014" cy="9177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7F3A51-6F17-966A-37C7-9EB8BE5D3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3446" y="-1503324"/>
            <a:ext cx="7785253" cy="238760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Un Exemple concret</a:t>
            </a:r>
            <a:endParaRPr lang="fr-FR" err="1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32D37AF-9425-7304-E19B-D90E89927520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C8781B-07C5-DBA6-3BBC-9DC96D58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5495" y="1830159"/>
            <a:ext cx="685800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1) C'EST QUOI L'INTELLIGENCE ARTIFICIELLE</a:t>
            </a:r>
            <a:endParaRPr lang="fr-FR"/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9CDE042-615D-FB00-BB77-158EE3AE51A0}"/>
              </a:ext>
            </a:extLst>
          </p:cNvPr>
          <p:cNvSpPr txBox="1">
            <a:spLocks/>
          </p:cNvSpPr>
          <p:nvPr/>
        </p:nvSpPr>
        <p:spPr>
          <a:xfrm>
            <a:off x="1961003" y="2762921"/>
            <a:ext cx="6858001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2) COMMENT ON L'UTILISE DANS LE TRAVAIL</a:t>
            </a:r>
            <a:endParaRPr lang="fr-FR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E0C40872-3F10-9172-F88B-269792D531A6}"/>
              </a:ext>
            </a:extLst>
          </p:cNvPr>
          <p:cNvSpPr txBox="1">
            <a:spLocks/>
          </p:cNvSpPr>
          <p:nvPr/>
        </p:nvSpPr>
        <p:spPr>
          <a:xfrm>
            <a:off x="1883885" y="3704863"/>
            <a:ext cx="6858001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>
                <a:solidFill>
                  <a:schemeClr val="bg1"/>
                </a:solidFill>
                <a:ea typeface="+mn-lt"/>
                <a:cs typeface="+mn-lt"/>
              </a:rPr>
              <a:t>3) QUEL EST SON IMPACT SUR L'ENVIRONNEMENT</a:t>
            </a:r>
            <a:endParaRPr lang="fr-FR"/>
          </a:p>
        </p:txBody>
      </p:sp>
      <p:pic>
        <p:nvPicPr>
          <p:cNvPr id="8" name="Image 7" descr="Une image contenant texte, Appareils électroniques, affichag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A341E9A-586D-8DBD-70F7-C8B4266D2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84" t="11975" r="37105" b="12534"/>
          <a:stretch>
            <a:fillRect/>
          </a:stretch>
        </p:blipFill>
        <p:spPr>
          <a:xfrm>
            <a:off x="-8970" y="1713287"/>
            <a:ext cx="4616197" cy="51771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3692F6-C3E6-C180-58B0-E68E2568C3C6}"/>
              </a:ext>
            </a:extLst>
          </p:cNvPr>
          <p:cNvSpPr/>
          <p:nvPr/>
        </p:nvSpPr>
        <p:spPr>
          <a:xfrm>
            <a:off x="4613189" y="926756"/>
            <a:ext cx="1688756" cy="109151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CODE FONCTIONEL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311BA0-2F61-3CC5-7801-191887AE246F}"/>
              </a:ext>
            </a:extLst>
          </p:cNvPr>
          <p:cNvSpPr/>
          <p:nvPr/>
        </p:nvSpPr>
        <p:spPr>
          <a:xfrm>
            <a:off x="10536660" y="926755"/>
            <a:ext cx="1688756" cy="10915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/>
              <a:t>CODE NON FONCTIONEL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31C8AC-FC19-DBA8-59C9-4C1DA9CCAF38}"/>
              </a:ext>
            </a:extLst>
          </p:cNvPr>
          <p:cNvSpPr/>
          <p:nvPr/>
        </p:nvSpPr>
        <p:spPr>
          <a:xfrm>
            <a:off x="4613189" y="2422001"/>
            <a:ext cx="1688756" cy="1091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ea typeface="+mn-lt"/>
                <a:cs typeface="+mn-lt"/>
              </a:rPr>
              <a:t>347 caractères</a:t>
            </a:r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A7E71A-C62F-4263-B933-0D4B9AFBAE85}"/>
              </a:ext>
            </a:extLst>
          </p:cNvPr>
          <p:cNvSpPr/>
          <p:nvPr/>
        </p:nvSpPr>
        <p:spPr>
          <a:xfrm>
            <a:off x="10536660" y="2335736"/>
            <a:ext cx="1688756" cy="1091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ea typeface="+mn-lt"/>
                <a:cs typeface="+mn-lt"/>
              </a:rPr>
              <a:t>2234 caractères</a:t>
            </a:r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166FA9-2F7C-2D7A-0A17-037DD60AEA0B}"/>
              </a:ext>
            </a:extLst>
          </p:cNvPr>
          <p:cNvSpPr/>
          <p:nvPr/>
        </p:nvSpPr>
        <p:spPr>
          <a:xfrm>
            <a:off x="-845" y="918072"/>
            <a:ext cx="4621285" cy="797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Projet robotique suiveur de ligne (2025-2026)</a:t>
            </a:r>
          </a:p>
        </p:txBody>
      </p:sp>
      <p:pic>
        <p:nvPicPr>
          <p:cNvPr id="6" name="Image 5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06FE08EB-7AF3-28F8-E353-924E9B4E25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60" t="6806" r="12967" b="8356"/>
          <a:stretch>
            <a:fillRect/>
          </a:stretch>
        </p:blipFill>
        <p:spPr>
          <a:xfrm>
            <a:off x="6211562" y="924619"/>
            <a:ext cx="4331807" cy="593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79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C4FC-A046-9EC5-3023-292845FA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D1141BF-540C-1FD7-F7C4-BB47FA284D4A}"/>
              </a:ext>
            </a:extLst>
          </p:cNvPr>
          <p:cNvSpPr/>
          <p:nvPr/>
        </p:nvSpPr>
        <p:spPr>
          <a:xfrm>
            <a:off x="3321168" y="2674188"/>
            <a:ext cx="2961735" cy="56071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E18044-13E5-34EB-FD14-D6765C5C50D7}"/>
              </a:ext>
            </a:extLst>
          </p:cNvPr>
          <p:cNvSpPr/>
          <p:nvPr/>
        </p:nvSpPr>
        <p:spPr>
          <a:xfrm>
            <a:off x="-1721" y="3729"/>
            <a:ext cx="12196014" cy="11808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536B8C-626B-6A53-BE6B-3212BE5A0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153" y="-1491026"/>
            <a:ext cx="9274782" cy="238760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Sa Consommation en ressources naturelles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4E06AF4-67AB-AF1B-6D06-C093920BDE41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D4E180-5221-7B75-23C5-A81EF4592411}"/>
              </a:ext>
            </a:extLst>
          </p:cNvPr>
          <p:cNvSpPr/>
          <p:nvPr/>
        </p:nvSpPr>
        <p:spPr>
          <a:xfrm>
            <a:off x="474452" y="1696528"/>
            <a:ext cx="2961735" cy="15383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2AFB12-4731-D040-D18B-F0742825B641}"/>
              </a:ext>
            </a:extLst>
          </p:cNvPr>
          <p:cNvSpPr/>
          <p:nvPr/>
        </p:nvSpPr>
        <p:spPr>
          <a:xfrm>
            <a:off x="431319" y="3867508"/>
            <a:ext cx="2961735" cy="15383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1BD47A-7E2F-BAFB-23E0-2EAC564ED577}"/>
              </a:ext>
            </a:extLst>
          </p:cNvPr>
          <p:cNvSpPr/>
          <p:nvPr/>
        </p:nvSpPr>
        <p:spPr>
          <a:xfrm>
            <a:off x="8123206" y="2228490"/>
            <a:ext cx="2961735" cy="15383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100DA1-4145-19CE-D7BA-B11DE2D3E2E2}"/>
              </a:ext>
            </a:extLst>
          </p:cNvPr>
          <p:cNvSpPr/>
          <p:nvPr/>
        </p:nvSpPr>
        <p:spPr>
          <a:xfrm>
            <a:off x="8137583" y="4758905"/>
            <a:ext cx="2961735" cy="15383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B7FCDF-76C3-E24F-254E-4643D9059895}"/>
              </a:ext>
            </a:extLst>
          </p:cNvPr>
          <p:cNvSpPr/>
          <p:nvPr/>
        </p:nvSpPr>
        <p:spPr>
          <a:xfrm>
            <a:off x="3393054" y="4845168"/>
            <a:ext cx="2961735" cy="56071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234E5A-FC63-1116-ED8F-13F6F7B52DC3}"/>
              </a:ext>
            </a:extLst>
          </p:cNvPr>
          <p:cNvSpPr/>
          <p:nvPr/>
        </p:nvSpPr>
        <p:spPr>
          <a:xfrm>
            <a:off x="8137583" y="4011282"/>
            <a:ext cx="2961735" cy="56071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D015D5-5F6C-D90A-3460-384B826007C4}"/>
              </a:ext>
            </a:extLst>
          </p:cNvPr>
          <p:cNvSpPr/>
          <p:nvPr/>
        </p:nvSpPr>
        <p:spPr>
          <a:xfrm>
            <a:off x="8123205" y="1466489"/>
            <a:ext cx="2961735" cy="56071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Image 29" descr="Une image contenant Graphique, clipart, créativité, conception&#10;&#10;Le contenu généré par l’IA peut être incorrect.">
            <a:extLst>
              <a:ext uri="{FF2B5EF4-FFF2-40B4-BE49-F238E27FC236}">
                <a16:creationId xmlns:a16="http://schemas.microsoft.com/office/drawing/2014/main" id="{178A274B-46AA-42E2-7EC8-53772CB7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825" y="3477522"/>
            <a:ext cx="1398198" cy="1254425"/>
          </a:xfrm>
          <a:prstGeom prst="rect">
            <a:avLst/>
          </a:prstGeom>
        </p:spPr>
      </p:pic>
      <p:pic>
        <p:nvPicPr>
          <p:cNvPr id="31" name="Image 30" descr="Une image contenant Graphiqu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561D160C-E674-1254-8C2F-C7324036A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96" t="22621" r="2262" b="26721"/>
          <a:stretch>
            <a:fillRect/>
          </a:stretch>
        </p:blipFill>
        <p:spPr>
          <a:xfrm>
            <a:off x="3439850" y="1296846"/>
            <a:ext cx="2664694" cy="1356687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718F0072-0A67-2591-54A3-95B48DE19CC3}"/>
              </a:ext>
            </a:extLst>
          </p:cNvPr>
          <p:cNvSpPr txBox="1"/>
          <p:nvPr/>
        </p:nvSpPr>
        <p:spPr>
          <a:xfrm>
            <a:off x="4027714" y="2649541"/>
            <a:ext cx="22548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>
                <a:ea typeface="+mn-lt"/>
                <a:cs typeface="+mn-lt"/>
              </a:rPr>
              <a:t>340 MWh</a:t>
            </a:r>
            <a:endParaRPr lang="fr-FR" sz="320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1F47FD4-E35F-6DAA-7CC0-980BB2489192}"/>
              </a:ext>
            </a:extLst>
          </p:cNvPr>
          <p:cNvSpPr txBox="1"/>
          <p:nvPr/>
        </p:nvSpPr>
        <p:spPr>
          <a:xfrm>
            <a:off x="3464943" y="4837981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320 M de liters</a:t>
            </a:r>
          </a:p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A644C87-B815-ACFE-2AD8-5A4B904C431D}"/>
              </a:ext>
            </a:extLst>
          </p:cNvPr>
          <p:cNvSpPr txBox="1"/>
          <p:nvPr/>
        </p:nvSpPr>
        <p:spPr>
          <a:xfrm>
            <a:off x="477680" y="1915416"/>
            <a:ext cx="295880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200">
                <a:ea typeface="+mn-lt"/>
                <a:cs typeface="+mn-lt"/>
              </a:rPr>
              <a:t>L'équivalent de 31 000 foyers français en un jour</a:t>
            </a:r>
            <a:endParaRPr lang="fr-FR" sz="220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53026CC-78D3-5550-E1B8-A90539211AEC}"/>
              </a:ext>
            </a:extLst>
          </p:cNvPr>
          <p:cNvSpPr txBox="1"/>
          <p:nvPr/>
        </p:nvSpPr>
        <p:spPr>
          <a:xfrm>
            <a:off x="506434" y="4172661"/>
            <a:ext cx="295880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200">
                <a:ea typeface="+mn-lt"/>
                <a:cs typeface="+mn-lt"/>
              </a:rPr>
              <a:t>L'équivalent de     686 piscines olympiques</a:t>
            </a:r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D811DB7-025E-3192-2825-95A397150B79}"/>
              </a:ext>
            </a:extLst>
          </p:cNvPr>
          <p:cNvSpPr txBox="1"/>
          <p:nvPr/>
        </p:nvSpPr>
        <p:spPr>
          <a:xfrm>
            <a:off x="8126435" y="2461755"/>
            <a:ext cx="295880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200">
                <a:ea typeface="+mn-lt"/>
                <a:cs typeface="+mn-lt"/>
              </a:rPr>
              <a:t>L'équivalent d'environ 10 000 smartphones</a:t>
            </a:r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31C6761-D872-01B0-6CDC-7F1DEBDB13AE}"/>
              </a:ext>
            </a:extLst>
          </p:cNvPr>
          <p:cNvSpPr txBox="1"/>
          <p:nvPr/>
        </p:nvSpPr>
        <p:spPr>
          <a:xfrm>
            <a:off x="8140811" y="5049680"/>
            <a:ext cx="295880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200">
                <a:ea typeface="+mn-lt"/>
                <a:cs typeface="+mn-lt"/>
              </a:rPr>
              <a:t>Tout ces déchets sont non recyclables a 80 %</a:t>
            </a:r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21A90FE-8741-1452-1320-D3DF70D0F390}"/>
              </a:ext>
            </a:extLst>
          </p:cNvPr>
          <p:cNvSpPr txBox="1"/>
          <p:nvPr/>
        </p:nvSpPr>
        <p:spPr>
          <a:xfrm>
            <a:off x="8278718" y="4011577"/>
            <a:ext cx="28197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+mn-lt"/>
                <a:cs typeface="+mn-lt"/>
              </a:rPr>
              <a:t>15 000 tonnes/an de déchets électroniques</a:t>
            </a:r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896DF57-B42D-7EEB-D656-4D35A5CFA102}"/>
              </a:ext>
            </a:extLst>
          </p:cNvPr>
          <p:cNvSpPr txBox="1"/>
          <p:nvPr/>
        </p:nvSpPr>
        <p:spPr>
          <a:xfrm>
            <a:off x="8284586" y="1469424"/>
            <a:ext cx="26281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+mn-lt"/>
                <a:cs typeface="+mn-lt"/>
              </a:rPr>
              <a:t>200 tonnes/an de terres rares</a:t>
            </a: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C8488-6776-FC1D-AF96-43EAB6FF6A17}"/>
              </a:ext>
            </a:extLst>
          </p:cNvPr>
          <p:cNvSpPr/>
          <p:nvPr/>
        </p:nvSpPr>
        <p:spPr>
          <a:xfrm>
            <a:off x="-845" y="6059277"/>
            <a:ext cx="7164345" cy="797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dirty="0">
                <a:ea typeface="+mn-lt"/>
                <a:cs typeface="+mn-lt"/>
              </a:rPr>
              <a:t>Sources : Déclaration de Sam Altman </a:t>
            </a:r>
            <a:r>
              <a:rPr lang="fr-FR" dirty="0" err="1">
                <a:ea typeface="+mn-lt"/>
                <a:cs typeface="+mn-lt"/>
              </a:rPr>
              <a:t>Pdg</a:t>
            </a:r>
            <a:r>
              <a:rPr lang="fr-FR" dirty="0">
                <a:ea typeface="+mn-lt"/>
                <a:cs typeface="+mn-lt"/>
              </a:rPr>
              <a:t> de </a:t>
            </a:r>
            <a:r>
              <a:rPr lang="fr-FR" dirty="0" err="1">
                <a:ea typeface="+mn-lt"/>
                <a:cs typeface="+mn-lt"/>
              </a:rPr>
              <a:t>OpenAI</a:t>
            </a:r>
            <a:r>
              <a:rPr lang="fr-FR" dirty="0">
                <a:ea typeface="+mn-lt"/>
                <a:cs typeface="+mn-lt"/>
              </a:rPr>
              <a:t> (Juin 2025) , </a:t>
            </a:r>
            <a:r>
              <a:rPr lang="fr-FR" dirty="0" err="1">
                <a:ea typeface="+mn-lt"/>
                <a:cs typeface="+mn-lt"/>
              </a:rPr>
              <a:t>vert.eco</a:t>
            </a:r>
            <a:endParaRPr lang="fr-FR" dirty="0" err="1"/>
          </a:p>
        </p:txBody>
      </p:sp>
    </p:spTree>
    <p:extLst>
      <p:ext uri="{BB962C8B-B14F-4D97-AF65-F5344CB8AC3E}">
        <p14:creationId xmlns:p14="http://schemas.microsoft.com/office/powerpoint/2010/main" val="1043254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AA5B-49EE-9B31-D293-6FA43FFD2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26AE56-E30D-DDD0-543F-5BB1AAD94E79}"/>
              </a:ext>
            </a:extLst>
          </p:cNvPr>
          <p:cNvSpPr/>
          <p:nvPr/>
        </p:nvSpPr>
        <p:spPr>
          <a:xfrm>
            <a:off x="-1721" y="3729"/>
            <a:ext cx="6329532" cy="69219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BACAD4C-3FC0-9CA4-AA0C-849FF9181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953" y="2314"/>
            <a:ext cx="5517615" cy="238760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Pourquoi les datacenters ont besoin d'autant de ressources 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4E30E4-87B0-7C7E-B83A-22882DF40272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  <p:pic>
        <p:nvPicPr>
          <p:cNvPr id="10" name="Image 9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CA92708A-0D03-CECE-78EE-8787BBD84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159" y="1722"/>
            <a:ext cx="5851563" cy="6928002"/>
          </a:xfrm>
          <a:prstGeom prst="rect">
            <a:avLst/>
          </a:prstGeom>
        </p:spPr>
      </p:pic>
      <p:pic>
        <p:nvPicPr>
          <p:cNvPr id="11" name="Image 10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32988B28-4CC3-CF16-85C5-8A0C6ECA1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616" y="3038"/>
            <a:ext cx="5839284" cy="69065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355A2E-AB95-D2F9-1DBF-0A5FACB9CB69}"/>
              </a:ext>
            </a:extLst>
          </p:cNvPr>
          <p:cNvSpPr/>
          <p:nvPr/>
        </p:nvSpPr>
        <p:spPr>
          <a:xfrm>
            <a:off x="10646256" y="6578713"/>
            <a:ext cx="1554320" cy="362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ea typeface="+mn-lt"/>
                <a:cs typeface="+mn-lt"/>
              </a:rPr>
              <a:t>eolios.fr</a:t>
            </a:r>
          </a:p>
        </p:txBody>
      </p:sp>
    </p:spTree>
    <p:extLst>
      <p:ext uri="{BB962C8B-B14F-4D97-AF65-F5344CB8AC3E}">
        <p14:creationId xmlns:p14="http://schemas.microsoft.com/office/powerpoint/2010/main" val="1973718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3F06-0BA7-504B-8B26-68D4CEE9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C0835F-8D0C-E410-B58F-A32824B57E91}"/>
              </a:ext>
            </a:extLst>
          </p:cNvPr>
          <p:cNvSpPr/>
          <p:nvPr/>
        </p:nvSpPr>
        <p:spPr>
          <a:xfrm>
            <a:off x="-1721" y="3729"/>
            <a:ext cx="12196014" cy="69770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BECE6-465D-F1FA-8C6B-E78EED482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6916" y="-1338072"/>
            <a:ext cx="4975953" cy="238760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Des solutions ?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D94F9E-6241-B617-C420-935A897D7DAC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B5483FB-545E-6279-EC1A-CCBA142AD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46" t="-1071" r="1494" b="1071"/>
          <a:stretch>
            <a:fillRect/>
          </a:stretch>
        </p:blipFill>
        <p:spPr>
          <a:xfrm>
            <a:off x="6769441" y="1275429"/>
            <a:ext cx="4692885" cy="55065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5E97CB-4967-5CE1-A6B5-273FEB86ADD6}"/>
              </a:ext>
            </a:extLst>
          </p:cNvPr>
          <p:cNvSpPr/>
          <p:nvPr/>
        </p:nvSpPr>
        <p:spPr>
          <a:xfrm>
            <a:off x="1118289" y="1276439"/>
            <a:ext cx="5264360" cy="7422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A60D82-79B7-15DE-70A9-93CE5A58050B}"/>
              </a:ext>
            </a:extLst>
          </p:cNvPr>
          <p:cNvSpPr/>
          <p:nvPr/>
        </p:nvSpPr>
        <p:spPr>
          <a:xfrm>
            <a:off x="1118288" y="2254099"/>
            <a:ext cx="5264360" cy="39052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8F9279-CFD4-A1D6-11A7-3767E6AEDF89}"/>
              </a:ext>
            </a:extLst>
          </p:cNvPr>
          <p:cNvSpPr/>
          <p:nvPr/>
        </p:nvSpPr>
        <p:spPr>
          <a:xfrm>
            <a:off x="1118289" y="6236627"/>
            <a:ext cx="5264360" cy="44030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C6A4950-2D3B-BB4F-A4E7-7CBA87CA85C2}"/>
              </a:ext>
            </a:extLst>
          </p:cNvPr>
          <p:cNvSpPr txBox="1"/>
          <p:nvPr/>
        </p:nvSpPr>
        <p:spPr>
          <a:xfrm>
            <a:off x="1328557" y="2423034"/>
            <a:ext cx="483393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500">
                <a:ea typeface="+mn-lt"/>
                <a:cs typeface="+mn-lt"/>
              </a:rPr>
              <a:t>-Un circuit d'eau fermé</a:t>
            </a:r>
          </a:p>
          <a:p>
            <a:r>
              <a:rPr lang="fr-FR" sz="2500">
                <a:ea typeface="+mn-lt"/>
                <a:cs typeface="+mn-lt"/>
              </a:rPr>
              <a:t>-Une électricité 100% renouvelable (solaire </a:t>
            </a:r>
            <a:r>
              <a:rPr lang="fr-FR" sz="2500" err="1">
                <a:ea typeface="+mn-lt"/>
                <a:cs typeface="+mn-lt"/>
              </a:rPr>
              <a:t>hydrolique</a:t>
            </a:r>
            <a:r>
              <a:rPr lang="fr-FR" sz="2500">
                <a:ea typeface="+mn-lt"/>
                <a:cs typeface="+mn-lt"/>
              </a:rPr>
              <a:t>)</a:t>
            </a:r>
          </a:p>
          <a:p>
            <a:r>
              <a:rPr lang="fr-FR" sz="2500">
                <a:ea typeface="+mn-lt"/>
                <a:cs typeface="+mn-lt"/>
              </a:rPr>
              <a:t>-La chaleur est redistribuée aux habitants via un réseau de chauffage</a:t>
            </a:r>
          </a:p>
          <a:p>
            <a:r>
              <a:rPr lang="fr-FR" sz="2500">
                <a:ea typeface="+mn-lt"/>
                <a:cs typeface="+mn-lt"/>
              </a:rPr>
              <a:t>-Utilisation de matériaux de qualité +de 10  ans</a:t>
            </a:r>
            <a:endParaRPr lang="fr-FR" sz="250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FE576B8-12FE-2A6A-9B18-8C8CA335DC74}"/>
              </a:ext>
            </a:extLst>
          </p:cNvPr>
          <p:cNvSpPr txBox="1"/>
          <p:nvPr/>
        </p:nvSpPr>
        <p:spPr>
          <a:xfrm>
            <a:off x="1524000" y="1375733"/>
            <a:ext cx="486134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000">
                <a:ea typeface="+mn-lt"/>
                <a:cs typeface="+mn-lt"/>
              </a:rPr>
              <a:t>D4 PROJECT (</a:t>
            </a:r>
            <a:r>
              <a:rPr lang="fr-FR" sz="3000" err="1">
                <a:ea typeface="+mn-lt"/>
                <a:cs typeface="+mn-lt"/>
              </a:rPr>
              <a:t>Infomaniak</a:t>
            </a:r>
            <a:r>
              <a:rPr lang="fr-FR" sz="3000">
                <a:ea typeface="+mn-lt"/>
                <a:cs typeface="+mn-lt"/>
              </a:rPr>
              <a:t>)</a:t>
            </a:r>
            <a:endParaRPr lang="fr-FR" sz="300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394FC76-3172-9D62-1619-B174CDE14059}"/>
              </a:ext>
            </a:extLst>
          </p:cNvPr>
          <p:cNvSpPr txBox="1"/>
          <p:nvPr/>
        </p:nvSpPr>
        <p:spPr>
          <a:xfrm>
            <a:off x="2126949" y="6300428"/>
            <a:ext cx="40481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+mn-lt"/>
                <a:cs typeface="+mn-lt"/>
              </a:rPr>
              <a:t>Source : d4project.org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9506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D05B-63A2-4295-8B9D-FF0A76FA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079141-0E03-F0E1-0CDA-B43D211C66B2}"/>
              </a:ext>
            </a:extLst>
          </p:cNvPr>
          <p:cNvSpPr/>
          <p:nvPr/>
        </p:nvSpPr>
        <p:spPr>
          <a:xfrm>
            <a:off x="-1721" y="3729"/>
            <a:ext cx="12196014" cy="144108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3CA3CA-0ECC-3160-FE7A-6C587A728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6916" y="-1338072"/>
            <a:ext cx="4975953" cy="238760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4000">
                <a:solidFill>
                  <a:schemeClr val="bg1"/>
                </a:solidFill>
                <a:ea typeface="+mj-lt"/>
                <a:cs typeface="+mj-lt"/>
              </a:rPr>
              <a:t>CONCLUSION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5B79DBE-8003-15C9-1BE1-DC48942F1E16}"/>
              </a:ext>
            </a:extLst>
          </p:cNvPr>
          <p:cNvSpPr txBox="1"/>
          <p:nvPr/>
        </p:nvSpPr>
        <p:spPr>
          <a:xfrm>
            <a:off x="-3408917" y="6135447"/>
            <a:ext cx="32623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>
                    <a:lumMod val="95000"/>
                  </a:schemeClr>
                </a:solidFill>
              </a:rPr>
              <a:t>EPI : SVT Technologie Physique-Chimie</a:t>
            </a:r>
          </a:p>
        </p:txBody>
      </p:sp>
    </p:spTree>
    <p:extLst>
      <p:ext uri="{BB962C8B-B14F-4D97-AF65-F5344CB8AC3E}">
        <p14:creationId xmlns:p14="http://schemas.microsoft.com/office/powerpoint/2010/main" val="1010024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10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ORAL DU BREVET 2025-2026</vt:lpstr>
      <vt:lpstr>SOMMAIRE</vt:lpstr>
      <vt:lpstr>D'où vient l'intelligence artificielle</vt:lpstr>
      <vt:lpstr>Comment fonctionne t'elle</vt:lpstr>
      <vt:lpstr>L'IA est partout</vt:lpstr>
      <vt:lpstr>Un Exemple concret</vt:lpstr>
      <vt:lpstr>Sa Consommation en ressources naturelles</vt:lpstr>
      <vt:lpstr>Pourquoi les datacenters ont besoin d'autant de ressources </vt:lpstr>
      <vt:lpstr>Des solutions 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26</cp:revision>
  <dcterms:created xsi:type="dcterms:W3CDTF">2026-04-07T18:05:40Z</dcterms:created>
  <dcterms:modified xsi:type="dcterms:W3CDTF">2026-04-07T20:18:46Z</dcterms:modified>
</cp:coreProperties>
</file>